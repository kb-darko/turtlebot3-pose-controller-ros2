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1"/>
  </p:notesMasterIdLst>
  <p:sldIdLst>
    <p:sldId id="256" r:id="rId2"/>
    <p:sldId id="258" r:id="rId3"/>
    <p:sldId id="278" r:id="rId4"/>
    <p:sldId id="259" r:id="rId5"/>
    <p:sldId id="277" r:id="rId6"/>
    <p:sldId id="279" r:id="rId7"/>
    <p:sldId id="280" r:id="rId8"/>
    <p:sldId id="281" r:id="rId9"/>
    <p:sldId id="276" r:id="rId10"/>
  </p:sldIdLst>
  <p:sldSz cx="9144000" cy="5143500" type="screen16x9"/>
  <p:notesSz cx="6858000" cy="9144000"/>
  <p:embeddedFontLst>
    <p:embeddedFont>
      <p:font typeface="DM Sans" pitchFamily="2" charset="0"/>
      <p:regular r:id="rId12"/>
      <p:bold r:id="rId13"/>
      <p:italic r:id="rId14"/>
      <p:boldItalic r:id="rId15"/>
    </p:embeddedFont>
    <p:embeddedFont>
      <p:font typeface="DM Sans Medium" pitchFamily="2" charset="0"/>
      <p:regular r:id="rId16"/>
      <p:bold r:id="rId17"/>
      <p:italic r:id="rId18"/>
      <p:boldItalic r:id="rId19"/>
    </p:embeddedFont>
    <p:embeddedFont>
      <p:font typeface="Michroma" panose="020B0604020202020204" charset="0"/>
      <p:regular r:id="rId20"/>
    </p:embeddedFont>
    <p:embeddedFont>
      <p:font typeface="Nunito Light" pitchFamily="2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65794C-2419-459C-9102-6790B0FC40D6}">
  <a:tblStyle styleId="{1E65794C-2419-459C-9102-6790B0FC40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EC9A5CB-8BBA-45E5-911B-18A6D406C4B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8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2" name="Google Shape;1309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3" name="Google Shape;1309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3" name="Google Shape;13353;g1b67244453b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4" name="Google Shape;13354;g1b67244453b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11">
          <a:extLst>
            <a:ext uri="{FF2B5EF4-FFF2-40B4-BE49-F238E27FC236}">
              <a16:creationId xmlns:a16="http://schemas.microsoft.com/office/drawing/2014/main" id="{542247EC-CEF0-7174-9730-E5E1B1ABB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2" name="Google Shape;13412;g1b67244453b_1_47:notes">
            <a:extLst>
              <a:ext uri="{FF2B5EF4-FFF2-40B4-BE49-F238E27FC236}">
                <a16:creationId xmlns:a16="http://schemas.microsoft.com/office/drawing/2014/main" id="{9D33436B-2C8A-9EE8-CC81-A2CE5E2B70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3" name="Google Shape;13413;g1b67244453b_1_47:notes">
            <a:extLst>
              <a:ext uri="{FF2B5EF4-FFF2-40B4-BE49-F238E27FC236}">
                <a16:creationId xmlns:a16="http://schemas.microsoft.com/office/drawing/2014/main" id="{4AF4A195-03AE-BC5E-0A8A-8ED536B913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5006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2" name="Google Shape;13412;g1b67244453b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3" name="Google Shape;13413;g1b67244453b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11">
          <a:extLst>
            <a:ext uri="{FF2B5EF4-FFF2-40B4-BE49-F238E27FC236}">
              <a16:creationId xmlns:a16="http://schemas.microsoft.com/office/drawing/2014/main" id="{5C0E2C73-C9AE-A1D5-B014-F3B41C098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2" name="Google Shape;13412;g1b67244453b_1_47:notes">
            <a:extLst>
              <a:ext uri="{FF2B5EF4-FFF2-40B4-BE49-F238E27FC236}">
                <a16:creationId xmlns:a16="http://schemas.microsoft.com/office/drawing/2014/main" id="{F1BF44C2-B85D-ED0F-A896-8549FB09A4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3" name="Google Shape;13413;g1b67244453b_1_47:notes">
            <a:extLst>
              <a:ext uri="{FF2B5EF4-FFF2-40B4-BE49-F238E27FC236}">
                <a16:creationId xmlns:a16="http://schemas.microsoft.com/office/drawing/2014/main" id="{49912680-C93A-DF2C-8F90-63965068C4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5825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11">
          <a:extLst>
            <a:ext uri="{FF2B5EF4-FFF2-40B4-BE49-F238E27FC236}">
              <a16:creationId xmlns:a16="http://schemas.microsoft.com/office/drawing/2014/main" id="{34651967-FD5B-75CA-F1A0-5F9F46EC0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2" name="Google Shape;13412;g1b67244453b_1_47:notes">
            <a:extLst>
              <a:ext uri="{FF2B5EF4-FFF2-40B4-BE49-F238E27FC236}">
                <a16:creationId xmlns:a16="http://schemas.microsoft.com/office/drawing/2014/main" id="{B843B879-6625-6385-27DA-FC10485D13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3" name="Google Shape;13413;g1b67244453b_1_47:notes">
            <a:extLst>
              <a:ext uri="{FF2B5EF4-FFF2-40B4-BE49-F238E27FC236}">
                <a16:creationId xmlns:a16="http://schemas.microsoft.com/office/drawing/2014/main" id="{1CD5B068-1020-4C5A-BA8C-8A77F3E6A1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92500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11">
          <a:extLst>
            <a:ext uri="{FF2B5EF4-FFF2-40B4-BE49-F238E27FC236}">
              <a16:creationId xmlns:a16="http://schemas.microsoft.com/office/drawing/2014/main" id="{FEB23071-FABB-55E2-DD9C-84B751009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2" name="Google Shape;13412;g1b67244453b_1_47:notes">
            <a:extLst>
              <a:ext uri="{FF2B5EF4-FFF2-40B4-BE49-F238E27FC236}">
                <a16:creationId xmlns:a16="http://schemas.microsoft.com/office/drawing/2014/main" id="{38EFAAE5-215C-E3F8-BAE0-251608974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3" name="Google Shape;13413;g1b67244453b_1_47:notes">
            <a:extLst>
              <a:ext uri="{FF2B5EF4-FFF2-40B4-BE49-F238E27FC236}">
                <a16:creationId xmlns:a16="http://schemas.microsoft.com/office/drawing/2014/main" id="{E138CD4D-9650-F0FB-9FF7-41A4D1C0E5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8432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11">
          <a:extLst>
            <a:ext uri="{FF2B5EF4-FFF2-40B4-BE49-F238E27FC236}">
              <a16:creationId xmlns:a16="http://schemas.microsoft.com/office/drawing/2014/main" id="{D2085FD5-6238-F74A-37DC-C3447888F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2" name="Google Shape;13412;g1b67244453b_1_47:notes">
            <a:extLst>
              <a:ext uri="{FF2B5EF4-FFF2-40B4-BE49-F238E27FC236}">
                <a16:creationId xmlns:a16="http://schemas.microsoft.com/office/drawing/2014/main" id="{21B434F7-6A6D-BA06-D095-2561DBDB53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3" name="Google Shape;13413;g1b67244453b_1_47:notes">
            <a:extLst>
              <a:ext uri="{FF2B5EF4-FFF2-40B4-BE49-F238E27FC236}">
                <a16:creationId xmlns:a16="http://schemas.microsoft.com/office/drawing/2014/main" id="{E3DF9EDD-1550-EF53-1A7E-A0F9970FE5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7849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accent6"/>
            </a:gs>
            <a:gs pos="40000">
              <a:schemeClr val="accent6"/>
            </a:gs>
            <a:gs pos="100000">
              <a:schemeClr val="dk1"/>
            </a:gs>
          </a:gsLst>
          <a:lin ang="2700006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06" y="2731045"/>
            <a:ext cx="9143593" cy="2495468"/>
            <a:chOff x="1851250" y="1720850"/>
            <a:chExt cx="3539775" cy="966075"/>
          </a:xfrm>
        </p:grpSpPr>
        <p:sp>
          <p:nvSpPr>
            <p:cNvPr id="10" name="Google Shape;10;p2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6" name="Google Shape;326;p2"/>
          <p:cNvGrpSpPr/>
          <p:nvPr/>
        </p:nvGrpSpPr>
        <p:grpSpPr>
          <a:xfrm>
            <a:off x="13" y="56"/>
            <a:ext cx="9143721" cy="2251922"/>
            <a:chOff x="-347225" y="-1310325"/>
            <a:chExt cx="7672194" cy="1889514"/>
          </a:xfrm>
        </p:grpSpPr>
        <p:sp>
          <p:nvSpPr>
            <p:cNvPr id="327" name="Google Shape;327;p2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22" name="Google Shape;422;p2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23" name="Google Shape;423;p2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62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458" name="Google Shape;458;p2"/>
          <p:cNvSpPr txBox="1">
            <a:spLocks noGrp="1"/>
          </p:cNvSpPr>
          <p:nvPr>
            <p:ph type="subTitle" idx="1"/>
          </p:nvPr>
        </p:nvSpPr>
        <p:spPr>
          <a:xfrm>
            <a:off x="885800" y="4208677"/>
            <a:ext cx="6192900" cy="35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59" name="Google Shape;459;p2"/>
          <p:cNvSpPr txBox="1">
            <a:spLocks noGrp="1"/>
          </p:cNvSpPr>
          <p:nvPr>
            <p:ph type="ctrTitle"/>
          </p:nvPr>
        </p:nvSpPr>
        <p:spPr>
          <a:xfrm>
            <a:off x="885800" y="2097740"/>
            <a:ext cx="6192900" cy="209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800"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gradFill>
          <a:gsLst>
            <a:gs pos="0">
              <a:schemeClr val="dk1"/>
            </a:gs>
            <a:gs pos="44000">
              <a:schemeClr val="accent6"/>
            </a:gs>
            <a:gs pos="100000">
              <a:schemeClr val="accent6"/>
            </a:gs>
          </a:gsLst>
          <a:lin ang="18900044" scaled="0"/>
        </a:gradFill>
        <a:effectLst/>
      </p:bgPr>
    </p:bg>
    <p:spTree>
      <p:nvGrpSpPr>
        <p:cNvPr id="1" name="Shape 2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9" name="Google Shape;2599;p7"/>
          <p:cNvGrpSpPr/>
          <p:nvPr/>
        </p:nvGrpSpPr>
        <p:grpSpPr>
          <a:xfrm>
            <a:off x="-74757" y="2684588"/>
            <a:ext cx="9313502" cy="2541840"/>
            <a:chOff x="1851250" y="1720850"/>
            <a:chExt cx="3539775" cy="966075"/>
          </a:xfrm>
        </p:grpSpPr>
        <p:sp>
          <p:nvSpPr>
            <p:cNvPr id="2600" name="Google Shape;2600;p7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7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7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7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7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7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7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7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7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7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7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7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7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7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7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7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7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7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7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7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7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7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7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7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7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7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7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7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7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7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7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7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7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7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7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7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7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7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7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7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7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7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7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7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7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7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7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7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7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7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7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7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7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7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7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7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7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7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7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7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7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7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7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7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7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7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7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7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7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7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7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7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7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7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7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7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7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7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7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7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7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7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7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7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7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7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7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7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7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7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7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7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7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7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7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7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7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7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7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7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7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7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7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7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7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7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7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7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7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7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7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7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7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7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7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7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7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7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7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7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7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7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7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7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7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7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7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7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7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7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7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7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7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7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7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7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7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7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7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7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7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7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7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7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7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7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7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7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7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7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7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7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7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7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7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7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7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7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7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7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7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7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7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7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7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7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7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7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7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7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7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7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7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7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7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7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7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7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7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7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7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7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7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7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7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7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7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7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7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7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7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7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7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7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7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7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7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7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7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7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7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7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7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7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7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7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7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7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7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7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7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7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7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7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7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7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7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7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7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7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7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7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7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7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7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7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7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7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7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7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7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7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7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7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7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7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7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7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7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7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7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7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7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7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7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7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7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7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7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7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7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7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7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7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7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7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7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7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7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7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7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7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7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7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7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7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7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7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7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7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7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7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7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7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7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7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7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7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7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7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7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7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7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7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7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7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7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7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7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7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7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7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7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7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7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7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7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7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7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7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7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7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7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7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7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7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7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7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7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7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7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7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7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7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7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7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6" name="Google Shape;2916;p7"/>
          <p:cNvGrpSpPr/>
          <p:nvPr/>
        </p:nvGrpSpPr>
        <p:grpSpPr>
          <a:xfrm>
            <a:off x="13" y="56"/>
            <a:ext cx="9143721" cy="2251922"/>
            <a:chOff x="-347225" y="-1310325"/>
            <a:chExt cx="7672194" cy="1889514"/>
          </a:xfrm>
        </p:grpSpPr>
        <p:sp>
          <p:nvSpPr>
            <p:cNvPr id="2917" name="Google Shape;2917;p7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7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7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7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7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7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7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7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7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7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7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7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7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7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7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7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7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7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7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7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7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7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7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7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7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7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7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7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7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7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7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7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7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7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7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7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7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7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7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7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7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7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7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7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7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7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7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7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7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7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7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7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7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7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7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7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7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7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7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7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7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7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7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7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7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7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7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7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7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7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7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7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7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7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7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7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7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7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7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7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7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7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7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7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7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7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7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7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7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7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7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7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7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7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7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7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7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7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7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7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7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7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7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7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7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7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7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7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7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7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7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7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7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7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7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7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7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7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7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7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7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7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7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7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7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7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7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7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7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7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7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48" name="Google Shape;3048;p7"/>
          <p:cNvGrpSpPr/>
          <p:nvPr/>
        </p:nvGrpSpPr>
        <p:grpSpPr>
          <a:xfrm>
            <a:off x="-31476" y="4719701"/>
            <a:ext cx="9206952" cy="461886"/>
            <a:chOff x="12" y="4706850"/>
            <a:chExt cx="9519181" cy="461886"/>
          </a:xfrm>
        </p:grpSpPr>
        <p:sp>
          <p:nvSpPr>
            <p:cNvPr id="3049" name="Google Shape;3049;p7"/>
            <p:cNvSpPr/>
            <p:nvPr/>
          </p:nvSpPr>
          <p:spPr>
            <a:xfrm>
              <a:off x="12" y="4900567"/>
              <a:ext cx="9493606" cy="235503"/>
            </a:xfrm>
            <a:custGeom>
              <a:avLst/>
              <a:gdLst/>
              <a:ahLst/>
              <a:cxnLst/>
              <a:rect l="l" t="t" r="r" b="b"/>
              <a:pathLst>
                <a:path w="140412" h="3483" extrusionOk="0">
                  <a:moveTo>
                    <a:pt x="0" y="0"/>
                  </a:moveTo>
                  <a:lnTo>
                    <a:pt x="0" y="3482"/>
                  </a:lnTo>
                  <a:lnTo>
                    <a:pt x="140411" y="3482"/>
                  </a:lnTo>
                  <a:lnTo>
                    <a:pt x="140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50" name="Google Shape;3050;p7"/>
            <p:cNvGrpSpPr/>
            <p:nvPr/>
          </p:nvGrpSpPr>
          <p:grpSpPr>
            <a:xfrm>
              <a:off x="1209078" y="4884373"/>
              <a:ext cx="258320" cy="284364"/>
              <a:chOff x="-95938" y="5196046"/>
              <a:chExt cx="289499" cy="318687"/>
            </a:xfrm>
          </p:grpSpPr>
          <p:sp>
            <p:nvSpPr>
              <p:cNvPr id="3051" name="Google Shape;3051;p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Google Shape;3052;p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Google Shape;3053;p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Google Shape;3054;p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Google Shape;3055;p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56" name="Google Shape;3056;p7"/>
            <p:cNvGrpSpPr/>
            <p:nvPr/>
          </p:nvGrpSpPr>
          <p:grpSpPr>
            <a:xfrm>
              <a:off x="500999" y="4884373"/>
              <a:ext cx="258320" cy="284364"/>
              <a:chOff x="-95938" y="5196046"/>
              <a:chExt cx="289499" cy="318687"/>
            </a:xfrm>
          </p:grpSpPr>
          <p:sp>
            <p:nvSpPr>
              <p:cNvPr id="3057" name="Google Shape;3057;p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Google Shape;3058;p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Google Shape;3059;p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Google Shape;3060;p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Google Shape;3061;p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62" name="Google Shape;3062;p7"/>
            <p:cNvSpPr/>
            <p:nvPr/>
          </p:nvSpPr>
          <p:spPr>
            <a:xfrm>
              <a:off x="12" y="4706850"/>
              <a:ext cx="9493606" cy="193785"/>
            </a:xfrm>
            <a:custGeom>
              <a:avLst/>
              <a:gdLst/>
              <a:ahLst/>
              <a:cxnLst/>
              <a:rect l="l" t="t" r="r" b="b"/>
              <a:pathLst>
                <a:path w="140412" h="2866" extrusionOk="0">
                  <a:moveTo>
                    <a:pt x="140411" y="2191"/>
                  </a:moveTo>
                  <a:lnTo>
                    <a:pt x="136648" y="1"/>
                  </a:lnTo>
                  <a:lnTo>
                    <a:pt x="3089" y="1"/>
                  </a:lnTo>
                  <a:lnTo>
                    <a:pt x="0" y="2247"/>
                  </a:lnTo>
                  <a:lnTo>
                    <a:pt x="0" y="2865"/>
                  </a:lnTo>
                  <a:lnTo>
                    <a:pt x="140411" y="286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63" name="Google Shape;3063;p7"/>
            <p:cNvGrpSpPr/>
            <p:nvPr/>
          </p:nvGrpSpPr>
          <p:grpSpPr>
            <a:xfrm>
              <a:off x="1917157" y="4884373"/>
              <a:ext cx="258320" cy="284364"/>
              <a:chOff x="-95938" y="5196046"/>
              <a:chExt cx="289499" cy="318687"/>
            </a:xfrm>
          </p:grpSpPr>
          <p:sp>
            <p:nvSpPr>
              <p:cNvPr id="3064" name="Google Shape;3064;p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Google Shape;3065;p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Google Shape;3066;p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Google Shape;3067;p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Google Shape;3068;p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69" name="Google Shape;3069;p7"/>
            <p:cNvGrpSpPr/>
            <p:nvPr/>
          </p:nvGrpSpPr>
          <p:grpSpPr>
            <a:xfrm>
              <a:off x="2625237" y="4884373"/>
              <a:ext cx="258320" cy="284364"/>
              <a:chOff x="-95938" y="5196046"/>
              <a:chExt cx="289499" cy="318687"/>
            </a:xfrm>
          </p:grpSpPr>
          <p:sp>
            <p:nvSpPr>
              <p:cNvPr id="3070" name="Google Shape;3070;p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Google Shape;3071;p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Google Shape;3072;p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Google Shape;3073;p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Google Shape;3074;p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75" name="Google Shape;3075;p7"/>
            <p:cNvGrpSpPr/>
            <p:nvPr/>
          </p:nvGrpSpPr>
          <p:grpSpPr>
            <a:xfrm>
              <a:off x="3333316" y="4884373"/>
              <a:ext cx="258320" cy="284364"/>
              <a:chOff x="-95938" y="5196046"/>
              <a:chExt cx="289499" cy="318687"/>
            </a:xfrm>
          </p:grpSpPr>
          <p:sp>
            <p:nvSpPr>
              <p:cNvPr id="3076" name="Google Shape;3076;p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Google Shape;3077;p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Google Shape;3078;p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Google Shape;3079;p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Google Shape;3080;p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81" name="Google Shape;3081;p7"/>
            <p:cNvGrpSpPr/>
            <p:nvPr/>
          </p:nvGrpSpPr>
          <p:grpSpPr>
            <a:xfrm>
              <a:off x="4041396" y="4884373"/>
              <a:ext cx="258320" cy="284364"/>
              <a:chOff x="-95938" y="5196046"/>
              <a:chExt cx="289499" cy="318687"/>
            </a:xfrm>
          </p:grpSpPr>
          <p:sp>
            <p:nvSpPr>
              <p:cNvPr id="3082" name="Google Shape;3082;p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Google Shape;3083;p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Google Shape;3084;p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Google Shape;3085;p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Google Shape;3086;p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87" name="Google Shape;3087;p7"/>
            <p:cNvGrpSpPr/>
            <p:nvPr/>
          </p:nvGrpSpPr>
          <p:grpSpPr>
            <a:xfrm>
              <a:off x="4749475" y="4884373"/>
              <a:ext cx="258320" cy="284364"/>
              <a:chOff x="-95938" y="5196046"/>
              <a:chExt cx="289499" cy="318687"/>
            </a:xfrm>
          </p:grpSpPr>
          <p:sp>
            <p:nvSpPr>
              <p:cNvPr id="3088" name="Google Shape;3088;p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Google Shape;3089;p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Google Shape;3090;p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Google Shape;3091;p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Google Shape;3092;p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93" name="Google Shape;3093;p7"/>
            <p:cNvGrpSpPr/>
            <p:nvPr/>
          </p:nvGrpSpPr>
          <p:grpSpPr>
            <a:xfrm>
              <a:off x="5457554" y="4884373"/>
              <a:ext cx="258320" cy="284364"/>
              <a:chOff x="-95938" y="5196046"/>
              <a:chExt cx="289499" cy="318687"/>
            </a:xfrm>
          </p:grpSpPr>
          <p:sp>
            <p:nvSpPr>
              <p:cNvPr id="3094" name="Google Shape;3094;p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095;p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096;p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097;p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098;p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99" name="Google Shape;3099;p7"/>
            <p:cNvGrpSpPr/>
            <p:nvPr/>
          </p:nvGrpSpPr>
          <p:grpSpPr>
            <a:xfrm>
              <a:off x="6165634" y="4884373"/>
              <a:ext cx="258320" cy="284364"/>
              <a:chOff x="-95938" y="5196046"/>
              <a:chExt cx="289499" cy="318687"/>
            </a:xfrm>
          </p:grpSpPr>
          <p:sp>
            <p:nvSpPr>
              <p:cNvPr id="3100" name="Google Shape;3100;p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Google Shape;3101;p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Google Shape;3102;p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Google Shape;3103;p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Google Shape;3104;p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05" name="Google Shape;3105;p7"/>
            <p:cNvGrpSpPr/>
            <p:nvPr/>
          </p:nvGrpSpPr>
          <p:grpSpPr>
            <a:xfrm>
              <a:off x="6873713" y="4884373"/>
              <a:ext cx="258320" cy="284364"/>
              <a:chOff x="-95938" y="5196046"/>
              <a:chExt cx="289499" cy="318687"/>
            </a:xfrm>
          </p:grpSpPr>
          <p:sp>
            <p:nvSpPr>
              <p:cNvPr id="3106" name="Google Shape;3106;p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Google Shape;3107;p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Google Shape;3108;p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Google Shape;3109;p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Google Shape;3110;p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11" name="Google Shape;3111;p7"/>
            <p:cNvGrpSpPr/>
            <p:nvPr/>
          </p:nvGrpSpPr>
          <p:grpSpPr>
            <a:xfrm>
              <a:off x="7581793" y="4884373"/>
              <a:ext cx="258320" cy="284364"/>
              <a:chOff x="-95938" y="5196046"/>
              <a:chExt cx="289499" cy="318687"/>
            </a:xfrm>
          </p:grpSpPr>
          <p:sp>
            <p:nvSpPr>
              <p:cNvPr id="3112" name="Google Shape;3112;p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Google Shape;3113;p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Google Shape;3114;p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Google Shape;3115;p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Google Shape;3116;p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17" name="Google Shape;3117;p7"/>
            <p:cNvGrpSpPr/>
            <p:nvPr/>
          </p:nvGrpSpPr>
          <p:grpSpPr>
            <a:xfrm>
              <a:off x="8289872" y="4884373"/>
              <a:ext cx="258320" cy="284364"/>
              <a:chOff x="-95938" y="5196046"/>
              <a:chExt cx="289499" cy="318687"/>
            </a:xfrm>
          </p:grpSpPr>
          <p:sp>
            <p:nvSpPr>
              <p:cNvPr id="3118" name="Google Shape;3118;p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Google Shape;3119;p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Google Shape;3120;p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Google Shape;3121;p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Google Shape;3122;p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23" name="Google Shape;3123;p7"/>
            <p:cNvGrpSpPr/>
            <p:nvPr/>
          </p:nvGrpSpPr>
          <p:grpSpPr>
            <a:xfrm>
              <a:off x="8997951" y="4884373"/>
              <a:ext cx="258320" cy="284364"/>
              <a:chOff x="-95938" y="5196046"/>
              <a:chExt cx="289499" cy="318687"/>
            </a:xfrm>
          </p:grpSpPr>
          <p:sp>
            <p:nvSpPr>
              <p:cNvPr id="3124" name="Google Shape;3124;p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29" name="Google Shape;3129;p7"/>
            <p:cNvSpPr/>
            <p:nvPr/>
          </p:nvSpPr>
          <p:spPr>
            <a:xfrm>
              <a:off x="12" y="4896780"/>
              <a:ext cx="9519181" cy="79786"/>
            </a:xfrm>
            <a:custGeom>
              <a:avLst/>
              <a:gdLst/>
              <a:ahLst/>
              <a:cxnLst/>
              <a:rect l="l" t="t" r="r" b="b"/>
              <a:pathLst>
                <a:path w="122327" h="1180" extrusionOk="0">
                  <a:moveTo>
                    <a:pt x="122045" y="0"/>
                  </a:moveTo>
                  <a:lnTo>
                    <a:pt x="0" y="56"/>
                  </a:lnTo>
                  <a:lnTo>
                    <a:pt x="0" y="1179"/>
                  </a:lnTo>
                  <a:lnTo>
                    <a:pt x="122326" y="117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30" name="Google Shape;3130;p7"/>
          <p:cNvSpPr txBox="1">
            <a:spLocks noGrp="1"/>
          </p:cNvSpPr>
          <p:nvPr>
            <p:ph type="title"/>
          </p:nvPr>
        </p:nvSpPr>
        <p:spPr>
          <a:xfrm>
            <a:off x="714675" y="722877"/>
            <a:ext cx="4981800" cy="10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31" name="Google Shape;3131;p7"/>
          <p:cNvSpPr txBox="1">
            <a:spLocks noGrp="1"/>
          </p:cNvSpPr>
          <p:nvPr>
            <p:ph type="body" idx="1"/>
          </p:nvPr>
        </p:nvSpPr>
        <p:spPr>
          <a:xfrm>
            <a:off x="714675" y="2075450"/>
            <a:ext cx="4981800" cy="20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3132" name="Google Shape;3132;p7"/>
          <p:cNvSpPr>
            <a:spLocks noGrp="1"/>
          </p:cNvSpPr>
          <p:nvPr>
            <p:ph type="pic" idx="2"/>
          </p:nvPr>
        </p:nvSpPr>
        <p:spPr>
          <a:xfrm>
            <a:off x="5905200" y="728675"/>
            <a:ext cx="2524200" cy="40659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133" name="Google Shape;3133;p7"/>
          <p:cNvGrpSpPr/>
          <p:nvPr/>
        </p:nvGrpSpPr>
        <p:grpSpPr>
          <a:xfrm>
            <a:off x="901650" y="4410538"/>
            <a:ext cx="7864366" cy="434684"/>
            <a:chOff x="901650" y="4410538"/>
            <a:chExt cx="7864366" cy="434684"/>
          </a:xfrm>
        </p:grpSpPr>
        <p:grpSp>
          <p:nvGrpSpPr>
            <p:cNvPr id="3134" name="Google Shape;3134;p7"/>
            <p:cNvGrpSpPr/>
            <p:nvPr/>
          </p:nvGrpSpPr>
          <p:grpSpPr>
            <a:xfrm>
              <a:off x="4103400" y="4608254"/>
              <a:ext cx="208157" cy="236967"/>
              <a:chOff x="4103400" y="4608254"/>
              <a:chExt cx="208157" cy="236967"/>
            </a:xfrm>
          </p:grpSpPr>
          <p:sp>
            <p:nvSpPr>
              <p:cNvPr id="3135" name="Google Shape;3135;p7"/>
              <p:cNvSpPr/>
              <p:nvPr/>
            </p:nvSpPr>
            <p:spPr>
              <a:xfrm>
                <a:off x="4103400" y="4608254"/>
                <a:ext cx="208157" cy="236967"/>
              </a:xfrm>
              <a:custGeom>
                <a:avLst/>
                <a:gdLst/>
                <a:ahLst/>
                <a:cxnLst/>
                <a:rect l="l" t="t" r="r" b="b"/>
                <a:pathLst>
                  <a:path w="2023" h="2303" extrusionOk="0">
                    <a:moveTo>
                      <a:pt x="394" y="1460"/>
                    </a:moveTo>
                    <a:cubicBezTo>
                      <a:pt x="1" y="562"/>
                      <a:pt x="1292" y="0"/>
                      <a:pt x="1686" y="843"/>
                    </a:cubicBezTo>
                    <a:cubicBezTo>
                      <a:pt x="2023" y="1741"/>
                      <a:pt x="731" y="2303"/>
                      <a:pt x="394" y="14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7"/>
              <p:cNvSpPr/>
              <p:nvPr/>
            </p:nvSpPr>
            <p:spPr>
              <a:xfrm>
                <a:off x="4143838" y="4660217"/>
                <a:ext cx="127281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237" extrusionOk="0">
                    <a:moveTo>
                      <a:pt x="169" y="843"/>
                    </a:moveTo>
                    <a:cubicBezTo>
                      <a:pt x="1" y="562"/>
                      <a:pt x="169" y="281"/>
                      <a:pt x="394" y="169"/>
                    </a:cubicBezTo>
                    <a:cubicBezTo>
                      <a:pt x="843" y="1"/>
                      <a:pt x="1236" y="394"/>
                      <a:pt x="1068" y="787"/>
                    </a:cubicBezTo>
                    <a:cubicBezTo>
                      <a:pt x="956" y="1236"/>
                      <a:pt x="338" y="1236"/>
                      <a:pt x="169" y="8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7"/>
              <p:cNvSpPr/>
              <p:nvPr/>
            </p:nvSpPr>
            <p:spPr>
              <a:xfrm>
                <a:off x="4149600" y="4665979"/>
                <a:ext cx="127281" cy="121519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181" extrusionOk="0">
                    <a:moveTo>
                      <a:pt x="113" y="787"/>
                    </a:moveTo>
                    <a:cubicBezTo>
                      <a:pt x="1" y="619"/>
                      <a:pt x="57" y="450"/>
                      <a:pt x="169" y="282"/>
                    </a:cubicBezTo>
                    <a:cubicBezTo>
                      <a:pt x="169" y="225"/>
                      <a:pt x="226" y="225"/>
                      <a:pt x="282" y="225"/>
                    </a:cubicBezTo>
                    <a:cubicBezTo>
                      <a:pt x="787" y="1"/>
                      <a:pt x="1237" y="506"/>
                      <a:pt x="900" y="956"/>
                    </a:cubicBezTo>
                    <a:cubicBezTo>
                      <a:pt x="900" y="1012"/>
                      <a:pt x="843" y="1012"/>
                      <a:pt x="787" y="1068"/>
                    </a:cubicBezTo>
                    <a:cubicBezTo>
                      <a:pt x="506" y="1180"/>
                      <a:pt x="169" y="1068"/>
                      <a:pt x="57" y="787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7"/>
              <p:cNvSpPr/>
              <p:nvPr/>
            </p:nvSpPr>
            <p:spPr>
              <a:xfrm>
                <a:off x="4161228" y="4694893"/>
                <a:ext cx="80978" cy="69454"/>
              </a:xfrm>
              <a:custGeom>
                <a:avLst/>
                <a:gdLst/>
                <a:ahLst/>
                <a:cxnLst/>
                <a:rect l="l" t="t" r="r" b="b"/>
                <a:pathLst>
                  <a:path w="787" h="675" extrusionOk="0">
                    <a:moveTo>
                      <a:pt x="450" y="618"/>
                    </a:moveTo>
                    <a:cubicBezTo>
                      <a:pt x="113" y="618"/>
                      <a:pt x="0" y="225"/>
                      <a:pt x="225" y="1"/>
                    </a:cubicBezTo>
                    <a:cubicBezTo>
                      <a:pt x="169" y="57"/>
                      <a:pt x="169" y="113"/>
                      <a:pt x="169" y="169"/>
                    </a:cubicBezTo>
                    <a:cubicBezTo>
                      <a:pt x="113" y="338"/>
                      <a:pt x="281" y="562"/>
                      <a:pt x="506" y="562"/>
                    </a:cubicBezTo>
                    <a:cubicBezTo>
                      <a:pt x="562" y="562"/>
                      <a:pt x="674" y="562"/>
                      <a:pt x="787" y="450"/>
                    </a:cubicBezTo>
                    <a:cubicBezTo>
                      <a:pt x="730" y="562"/>
                      <a:pt x="562" y="675"/>
                      <a:pt x="450" y="61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9" name="Google Shape;3139;p7"/>
            <p:cNvGrpSpPr/>
            <p:nvPr/>
          </p:nvGrpSpPr>
          <p:grpSpPr>
            <a:xfrm>
              <a:off x="8535929" y="4410538"/>
              <a:ext cx="230087" cy="393387"/>
              <a:chOff x="1267792" y="5309150"/>
              <a:chExt cx="230087" cy="393387"/>
            </a:xfrm>
          </p:grpSpPr>
          <p:sp>
            <p:nvSpPr>
              <p:cNvPr id="3140" name="Google Shape;3140;p7"/>
              <p:cNvSpPr/>
              <p:nvPr/>
            </p:nvSpPr>
            <p:spPr>
              <a:xfrm>
                <a:off x="1267792" y="5309150"/>
                <a:ext cx="230087" cy="393387"/>
              </a:xfrm>
              <a:custGeom>
                <a:avLst/>
                <a:gdLst/>
                <a:ahLst/>
                <a:cxnLst/>
                <a:rect l="l" t="t" r="r" b="b"/>
                <a:pathLst>
                  <a:path w="3483" h="5955" extrusionOk="0">
                    <a:moveTo>
                      <a:pt x="3483" y="1"/>
                    </a:moveTo>
                    <a:lnTo>
                      <a:pt x="3483" y="5954"/>
                    </a:lnTo>
                    <a:lnTo>
                      <a:pt x="0" y="59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7"/>
              <p:cNvSpPr/>
              <p:nvPr/>
            </p:nvSpPr>
            <p:spPr>
              <a:xfrm>
                <a:off x="1416227" y="5309150"/>
                <a:ext cx="81650" cy="393387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5955" extrusionOk="0">
                    <a:moveTo>
                      <a:pt x="1236" y="1"/>
                    </a:moveTo>
                    <a:lnTo>
                      <a:pt x="1236" y="5954"/>
                    </a:lnTo>
                    <a:lnTo>
                      <a:pt x="0" y="59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7"/>
              <p:cNvSpPr/>
              <p:nvPr/>
            </p:nvSpPr>
            <p:spPr>
              <a:xfrm>
                <a:off x="1312316" y="5309150"/>
                <a:ext cx="44591" cy="393387"/>
              </a:xfrm>
              <a:custGeom>
                <a:avLst/>
                <a:gdLst/>
                <a:ahLst/>
                <a:cxnLst/>
                <a:rect l="l" t="t" r="r" b="b"/>
                <a:pathLst>
                  <a:path w="675" h="5955" extrusionOk="0">
                    <a:moveTo>
                      <a:pt x="674" y="1"/>
                    </a:moveTo>
                    <a:lnTo>
                      <a:pt x="674" y="5954"/>
                    </a:lnTo>
                    <a:lnTo>
                      <a:pt x="0" y="59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43" name="Google Shape;3143;p7"/>
            <p:cNvGrpSpPr/>
            <p:nvPr/>
          </p:nvGrpSpPr>
          <p:grpSpPr>
            <a:xfrm>
              <a:off x="1260693" y="4695499"/>
              <a:ext cx="356261" cy="81650"/>
              <a:chOff x="1962943" y="5517637"/>
              <a:chExt cx="356261" cy="81650"/>
            </a:xfrm>
          </p:grpSpPr>
          <p:sp>
            <p:nvSpPr>
              <p:cNvPr id="3144" name="Google Shape;3144;p7"/>
              <p:cNvSpPr/>
              <p:nvPr/>
            </p:nvSpPr>
            <p:spPr>
              <a:xfrm>
                <a:off x="1985205" y="5517637"/>
                <a:ext cx="70552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236" extrusionOk="0">
                    <a:moveTo>
                      <a:pt x="57" y="1236"/>
                    </a:moveTo>
                    <a:lnTo>
                      <a:pt x="0" y="0"/>
                    </a:lnTo>
                    <a:lnTo>
                      <a:pt x="1068" y="0"/>
                    </a:lnTo>
                    <a:lnTo>
                      <a:pt x="1068" y="123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7"/>
              <p:cNvSpPr/>
              <p:nvPr/>
            </p:nvSpPr>
            <p:spPr>
              <a:xfrm>
                <a:off x="2055690" y="5517637"/>
                <a:ext cx="263513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1236" extrusionOk="0">
                    <a:moveTo>
                      <a:pt x="1" y="1236"/>
                    </a:moveTo>
                    <a:lnTo>
                      <a:pt x="1" y="0"/>
                    </a:lnTo>
                    <a:lnTo>
                      <a:pt x="3988" y="0"/>
                    </a:lnTo>
                    <a:lnTo>
                      <a:pt x="3988" y="123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7"/>
              <p:cNvSpPr/>
              <p:nvPr/>
            </p:nvSpPr>
            <p:spPr>
              <a:xfrm>
                <a:off x="1962943" y="5517637"/>
                <a:ext cx="26028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236" extrusionOk="0">
                    <a:moveTo>
                      <a:pt x="0" y="1236"/>
                    </a:moveTo>
                    <a:lnTo>
                      <a:pt x="0" y="0"/>
                    </a:lnTo>
                    <a:lnTo>
                      <a:pt x="337" y="0"/>
                    </a:lnTo>
                    <a:lnTo>
                      <a:pt x="394" y="123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Google Shape;3147;p7"/>
              <p:cNvSpPr/>
              <p:nvPr/>
            </p:nvSpPr>
            <p:spPr>
              <a:xfrm>
                <a:off x="2055690" y="5580723"/>
                <a:ext cx="263513" cy="18563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281" extrusionOk="0">
                    <a:moveTo>
                      <a:pt x="3988" y="0"/>
                    </a:moveTo>
                    <a:lnTo>
                      <a:pt x="3988" y="281"/>
                    </a:lnTo>
                    <a:lnTo>
                      <a:pt x="1" y="28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Google Shape;3148;p7"/>
              <p:cNvSpPr/>
              <p:nvPr/>
            </p:nvSpPr>
            <p:spPr>
              <a:xfrm>
                <a:off x="1962943" y="5580723"/>
                <a:ext cx="26028" cy="18563"/>
              </a:xfrm>
              <a:custGeom>
                <a:avLst/>
                <a:gdLst/>
                <a:ahLst/>
                <a:cxnLst/>
                <a:rect l="l" t="t" r="r" b="b"/>
                <a:pathLst>
                  <a:path w="394" h="281" extrusionOk="0">
                    <a:moveTo>
                      <a:pt x="394" y="0"/>
                    </a:moveTo>
                    <a:lnTo>
                      <a:pt x="394" y="281"/>
                    </a:lnTo>
                    <a:lnTo>
                      <a:pt x="0" y="2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49" name="Google Shape;3149;p7"/>
            <p:cNvGrpSpPr/>
            <p:nvPr/>
          </p:nvGrpSpPr>
          <p:grpSpPr>
            <a:xfrm>
              <a:off x="901650" y="4536578"/>
              <a:ext cx="252349" cy="252349"/>
              <a:chOff x="1647575" y="5358103"/>
              <a:chExt cx="252349" cy="252349"/>
            </a:xfrm>
          </p:grpSpPr>
          <p:sp>
            <p:nvSpPr>
              <p:cNvPr id="3150" name="Google Shape;3150;p7"/>
              <p:cNvSpPr/>
              <p:nvPr/>
            </p:nvSpPr>
            <p:spPr>
              <a:xfrm>
                <a:off x="1647575" y="5358103"/>
                <a:ext cx="252349" cy="25234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3707" y="2303"/>
                    </a:moveTo>
                    <a:cubicBezTo>
                      <a:pt x="3820" y="899"/>
                      <a:pt x="2247" y="0"/>
                      <a:pt x="1124" y="899"/>
                    </a:cubicBezTo>
                    <a:cubicBezTo>
                      <a:pt x="0" y="1741"/>
                      <a:pt x="506" y="3539"/>
                      <a:pt x="1910" y="3707"/>
                    </a:cubicBezTo>
                    <a:cubicBezTo>
                      <a:pt x="2809" y="3819"/>
                      <a:pt x="3595" y="3145"/>
                      <a:pt x="3707" y="230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Google Shape;3151;p7"/>
              <p:cNvSpPr/>
              <p:nvPr/>
            </p:nvSpPr>
            <p:spPr>
              <a:xfrm>
                <a:off x="1695798" y="5428588"/>
                <a:ext cx="163300" cy="141038"/>
              </a:xfrm>
              <a:custGeom>
                <a:avLst/>
                <a:gdLst/>
                <a:ahLst/>
                <a:cxnLst/>
                <a:rect l="l" t="t" r="r" b="b"/>
                <a:pathLst>
                  <a:path w="2472" h="2135" extrusionOk="0">
                    <a:moveTo>
                      <a:pt x="2416" y="1180"/>
                    </a:moveTo>
                    <a:cubicBezTo>
                      <a:pt x="2472" y="562"/>
                      <a:pt x="2079" y="57"/>
                      <a:pt x="1461" y="0"/>
                    </a:cubicBezTo>
                    <a:lnTo>
                      <a:pt x="1405" y="0"/>
                    </a:lnTo>
                    <a:cubicBezTo>
                      <a:pt x="1" y="0"/>
                      <a:pt x="1" y="2135"/>
                      <a:pt x="1405" y="2135"/>
                    </a:cubicBezTo>
                    <a:lnTo>
                      <a:pt x="1461" y="2135"/>
                    </a:lnTo>
                    <a:cubicBezTo>
                      <a:pt x="1966" y="2022"/>
                      <a:pt x="2360" y="1685"/>
                      <a:pt x="2416" y="1180"/>
                    </a:cubicBezTo>
                    <a:close/>
                  </a:path>
                </a:pathLst>
              </a:custGeom>
              <a:solidFill>
                <a:srgbClr val="EFF0F1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Google Shape;3152;p7"/>
              <p:cNvSpPr/>
              <p:nvPr/>
            </p:nvSpPr>
            <p:spPr>
              <a:xfrm>
                <a:off x="1740322" y="5450850"/>
                <a:ext cx="85416" cy="85416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1293" extrusionOk="0">
                    <a:moveTo>
                      <a:pt x="1236" y="787"/>
                    </a:moveTo>
                    <a:cubicBezTo>
                      <a:pt x="1292" y="281"/>
                      <a:pt x="731" y="0"/>
                      <a:pt x="394" y="281"/>
                    </a:cubicBezTo>
                    <a:cubicBezTo>
                      <a:pt x="1" y="618"/>
                      <a:pt x="169" y="1180"/>
                      <a:pt x="675" y="1236"/>
                    </a:cubicBezTo>
                    <a:cubicBezTo>
                      <a:pt x="955" y="1292"/>
                      <a:pt x="1180" y="1068"/>
                      <a:pt x="1236" y="78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Google Shape;3153;p7"/>
              <p:cNvSpPr/>
              <p:nvPr/>
            </p:nvSpPr>
            <p:spPr>
              <a:xfrm>
                <a:off x="1758885" y="5495374"/>
                <a:ext cx="22328" cy="22328"/>
              </a:xfrm>
              <a:custGeom>
                <a:avLst/>
                <a:gdLst/>
                <a:ahLst/>
                <a:cxnLst/>
                <a:rect l="l" t="t" r="r" b="b"/>
                <a:pathLst>
                  <a:path w="338" h="338" extrusionOk="0">
                    <a:moveTo>
                      <a:pt x="337" y="169"/>
                    </a:moveTo>
                    <a:cubicBezTo>
                      <a:pt x="337" y="113"/>
                      <a:pt x="281" y="0"/>
                      <a:pt x="225" y="0"/>
                    </a:cubicBezTo>
                    <a:cubicBezTo>
                      <a:pt x="113" y="0"/>
                      <a:pt x="57" y="57"/>
                      <a:pt x="57" y="169"/>
                    </a:cubicBezTo>
                    <a:cubicBezTo>
                      <a:pt x="0" y="225"/>
                      <a:pt x="57" y="337"/>
                      <a:pt x="169" y="337"/>
                    </a:cubicBezTo>
                    <a:cubicBezTo>
                      <a:pt x="281" y="337"/>
                      <a:pt x="337" y="281"/>
                      <a:pt x="337" y="1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gradFill>
          <a:gsLst>
            <a:gs pos="0">
              <a:schemeClr val="accent6"/>
            </a:gs>
            <a:gs pos="37000">
              <a:schemeClr val="accent6"/>
            </a:gs>
            <a:gs pos="100000">
              <a:schemeClr val="dk1"/>
            </a:gs>
          </a:gsLst>
          <a:lin ang="8099331" scaled="0"/>
        </a:gradFill>
        <a:effectLst/>
      </p:bgPr>
    </p:bg>
    <p:spTree>
      <p:nvGrpSpPr>
        <p:cNvPr id="1" name="Shape 3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5" name="Google Shape;3155;p8"/>
          <p:cNvGrpSpPr/>
          <p:nvPr/>
        </p:nvGrpSpPr>
        <p:grpSpPr>
          <a:xfrm rot="10800000">
            <a:off x="-82849" y="56"/>
            <a:ext cx="9363767" cy="2555558"/>
            <a:chOff x="1851250" y="1720850"/>
            <a:chExt cx="3539775" cy="966075"/>
          </a:xfrm>
        </p:grpSpPr>
        <p:sp>
          <p:nvSpPr>
            <p:cNvPr id="3156" name="Google Shape;3156;p8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8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8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8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8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8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8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8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8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8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8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8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8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8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8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8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8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8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8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8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8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8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8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8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8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8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8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8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8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8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8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8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8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8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8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8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8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8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8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8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8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8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8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8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8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8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8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8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8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8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8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8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8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8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8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8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8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8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8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8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8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8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8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8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8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8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8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8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8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8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8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8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8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8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8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8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8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8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8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8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8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8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8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8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8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8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8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8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8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8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8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8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8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8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8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8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8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8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8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8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8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8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8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8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8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8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8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8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8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8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8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8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8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8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8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8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8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8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8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8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8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8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8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8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8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8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8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8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8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8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8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8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8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8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8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8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8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8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8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8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8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8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8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8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8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8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8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8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8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8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8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8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8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8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8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8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8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8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8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8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8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8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8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8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8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8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8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8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8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8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8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8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8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8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8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8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8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8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8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8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8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8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8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8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8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8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8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8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8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8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8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8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8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8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8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8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8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8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8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8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8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8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8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8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8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8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8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8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8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8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8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8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8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8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8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8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8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8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8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8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8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8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8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8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8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8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8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8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8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8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8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8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8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8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8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8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8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8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8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8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8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8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8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8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8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8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8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8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8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8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8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8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8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8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8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8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8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8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8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8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8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8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8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8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8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8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8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8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8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8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8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8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8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8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8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8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8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8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8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8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8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8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8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8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8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8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8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8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8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8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8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8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8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8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8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8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8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8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8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8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8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8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8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8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8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8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8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8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8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8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8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8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8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8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8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8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72" name="Google Shape;3472;p8"/>
          <p:cNvGrpSpPr/>
          <p:nvPr/>
        </p:nvGrpSpPr>
        <p:grpSpPr>
          <a:xfrm rot="10800000">
            <a:off x="12563" y="2974626"/>
            <a:ext cx="9143721" cy="2251922"/>
            <a:chOff x="-347225" y="-1310325"/>
            <a:chExt cx="7672194" cy="1889514"/>
          </a:xfrm>
        </p:grpSpPr>
        <p:sp>
          <p:nvSpPr>
            <p:cNvPr id="3473" name="Google Shape;3473;p8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8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8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8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8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8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8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8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8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8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8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8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8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8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8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8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8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8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8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8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8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8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8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8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8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8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8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8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8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8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8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8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8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8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8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8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8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8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8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8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8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8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8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8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8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8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8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8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8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8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8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8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8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8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8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8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8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8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8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8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8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8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8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8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8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8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8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8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8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8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8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8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8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8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8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8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8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8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8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8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8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8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8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8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8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8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8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8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8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8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8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8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8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8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8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8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8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8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8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8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8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8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8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8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8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8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8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8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8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8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8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8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8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8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8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8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8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8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8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8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8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8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8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8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8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8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8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8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8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8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8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04" name="Google Shape;360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gradFill>
          <a:gsLst>
            <a:gs pos="0">
              <a:schemeClr val="accent6"/>
            </a:gs>
            <a:gs pos="50000">
              <a:schemeClr val="accent6"/>
            </a:gs>
            <a:gs pos="100000">
              <a:schemeClr val="dk1"/>
            </a:gs>
          </a:gsLst>
          <a:lin ang="18900732" scaled="0"/>
        </a:gradFill>
        <a:effectLst/>
      </p:bgPr>
    </p:bg>
    <p:spTree>
      <p:nvGrpSpPr>
        <p:cNvPr id="1" name="Shape 3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6" name="Google Shape;3606;p9"/>
          <p:cNvGrpSpPr/>
          <p:nvPr/>
        </p:nvGrpSpPr>
        <p:grpSpPr>
          <a:xfrm>
            <a:off x="-82849" y="2670990"/>
            <a:ext cx="9363767" cy="2555558"/>
            <a:chOff x="1851250" y="1720850"/>
            <a:chExt cx="3539775" cy="966075"/>
          </a:xfrm>
        </p:grpSpPr>
        <p:sp>
          <p:nvSpPr>
            <p:cNvPr id="3607" name="Google Shape;3607;p9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9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9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9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9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9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9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9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9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9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9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9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9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9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9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9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9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9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9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9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9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9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9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9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9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9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9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9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9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9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9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9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9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9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9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9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9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9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9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9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9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9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9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9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9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9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9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9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9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9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9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9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9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9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9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9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9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9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9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9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9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9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9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9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9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9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9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9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9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9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9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9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9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9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9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9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9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9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9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9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9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9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9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9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9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9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9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9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9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9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9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9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9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9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9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9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9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9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9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9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9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9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9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9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9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9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9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9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9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9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9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9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9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9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9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9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9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9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9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9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9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9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9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9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9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9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9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9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9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9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9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9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9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9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9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9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9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9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9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9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9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9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9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9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9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9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9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9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9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9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9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9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9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9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9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9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9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9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9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9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9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9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9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9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9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9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9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9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9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9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9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9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9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9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9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9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9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9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9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9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9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9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9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9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9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9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9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9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9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9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9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9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9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9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9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9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9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9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9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9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9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9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9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9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9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9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9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9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9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9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9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9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9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9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9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9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9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9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9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9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9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9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9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9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9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9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9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9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9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9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9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9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9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9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9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9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9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9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9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9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9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9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9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9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9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9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9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9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9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9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9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9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9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9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3861;p9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9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9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9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9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9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9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9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9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9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9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9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9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9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9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9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9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9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9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9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9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9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9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9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9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9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9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9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9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9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9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9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9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9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9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9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9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9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9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9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9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9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9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9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9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9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9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9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9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9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9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9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9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9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3915;p9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9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9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918;p9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3919;p9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9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9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9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23" name="Google Shape;3923;p9"/>
          <p:cNvGrpSpPr/>
          <p:nvPr/>
        </p:nvGrpSpPr>
        <p:grpSpPr>
          <a:xfrm>
            <a:off x="41785" y="56"/>
            <a:ext cx="9143721" cy="2251922"/>
            <a:chOff x="-347225" y="-1310325"/>
            <a:chExt cx="7672194" cy="1889514"/>
          </a:xfrm>
        </p:grpSpPr>
        <p:sp>
          <p:nvSpPr>
            <p:cNvPr id="3924" name="Google Shape;3924;p9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3925;p9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9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9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9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9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9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9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9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3933;p9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3934;p9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3935;p9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3936;p9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3937;p9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9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3939;p9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3940;p9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3941;p9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2" name="Google Shape;3942;p9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3" name="Google Shape;3943;p9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4" name="Google Shape;3944;p9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5" name="Google Shape;3945;p9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6" name="Google Shape;3946;p9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7" name="Google Shape;3947;p9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8" name="Google Shape;3948;p9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9" name="Google Shape;3949;p9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3950;p9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1" name="Google Shape;3951;p9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2" name="Google Shape;3952;p9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3" name="Google Shape;3953;p9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9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9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9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9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9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9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9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9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9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9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9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9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9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9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9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9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9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9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9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9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9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9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9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9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9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9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9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9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9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9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9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9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9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9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9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9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9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9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9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9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9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9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9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9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9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9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9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9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9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9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9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9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9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9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9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9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9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9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9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9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9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9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9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9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9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9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9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9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9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9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9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9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9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9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9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9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9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9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9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9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9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9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9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9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9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9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9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9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9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9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9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9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9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9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9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9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9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9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9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9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9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55" name="Google Shape;405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56" name="Google Shape;405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gradFill>
          <a:gsLst>
            <a:gs pos="0">
              <a:schemeClr val="dk1"/>
            </a:gs>
            <a:gs pos="44000">
              <a:schemeClr val="accent6"/>
            </a:gs>
            <a:gs pos="100000">
              <a:schemeClr val="accent6"/>
            </a:gs>
          </a:gsLst>
          <a:lin ang="13500032" scaled="0"/>
        </a:gradFill>
        <a:effectLst/>
      </p:bgPr>
    </p:bg>
    <p:spTree>
      <p:nvGrpSpPr>
        <p:cNvPr id="1" name="Shape 4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8" name="Google Shape;4058;p10"/>
          <p:cNvGrpSpPr/>
          <p:nvPr/>
        </p:nvGrpSpPr>
        <p:grpSpPr>
          <a:xfrm rot="10800000" flipH="1">
            <a:off x="-82849" y="56"/>
            <a:ext cx="9363767" cy="2555558"/>
            <a:chOff x="1851250" y="1720850"/>
            <a:chExt cx="3539775" cy="966075"/>
          </a:xfrm>
        </p:grpSpPr>
        <p:sp>
          <p:nvSpPr>
            <p:cNvPr id="4059" name="Google Shape;4059;p10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10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10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10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10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10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10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10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10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10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10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10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10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10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10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10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10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10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10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10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10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10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10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10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10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10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10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10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10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10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10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10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10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10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10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10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10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10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10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10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10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10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10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10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10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10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10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10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10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10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10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10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10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10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10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10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10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10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10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10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10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10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10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10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10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10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10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10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10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4128;p10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10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10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10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10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10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10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10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10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10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10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10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10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10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10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10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10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10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10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10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10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10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10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10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10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10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10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10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10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10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10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10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10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10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10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10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10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10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10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10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10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10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10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10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10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10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10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10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10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10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10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10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10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10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10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10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10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10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10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10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10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10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10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10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10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10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10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10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10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10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10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10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10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10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10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10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10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10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10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10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10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10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10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10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10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10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10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10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10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10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10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10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10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10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10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10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10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10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10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10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10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10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10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10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10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10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10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10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10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10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10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10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10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10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10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10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10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10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10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10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10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10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10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10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10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10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10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10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10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10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10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10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10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10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10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10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10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10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10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10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10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10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10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10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10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10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10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10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10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10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10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10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10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10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10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10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10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10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10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10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10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10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10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10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10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10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10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10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10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10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10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10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10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10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10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10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10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10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10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10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10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10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10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10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10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10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10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10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10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10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10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10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10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10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10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10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10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10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10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10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10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10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10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10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10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10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10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10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10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10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10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10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10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10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10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10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10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10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10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10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10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10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10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10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10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10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10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10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10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10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10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10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10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10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10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10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10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10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10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10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10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10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10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10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10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10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10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75" name="Google Shape;4375;p10"/>
          <p:cNvGrpSpPr/>
          <p:nvPr/>
        </p:nvGrpSpPr>
        <p:grpSpPr>
          <a:xfrm rot="10800000" flipH="1">
            <a:off x="41785" y="2974626"/>
            <a:ext cx="9143721" cy="2251922"/>
            <a:chOff x="-347225" y="-1310325"/>
            <a:chExt cx="7672194" cy="1889514"/>
          </a:xfrm>
        </p:grpSpPr>
        <p:sp>
          <p:nvSpPr>
            <p:cNvPr id="4376" name="Google Shape;4376;p10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10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10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10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10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10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10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10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10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10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10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10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10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10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10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10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10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10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10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10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10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10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10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10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10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10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10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10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10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10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10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10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10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10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10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10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10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10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10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10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10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10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10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10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10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10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10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10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10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10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10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10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10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10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10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10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10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10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10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10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10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10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10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10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10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10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10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10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10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10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10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10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10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10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10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10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4452;p10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4453;p10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4454;p10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4455;p10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4456;p10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10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10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10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10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10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10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10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10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10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10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10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10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10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10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4471;p10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4472;p10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4473;p10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10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10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4476;p10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7" name="Google Shape;4477;p10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10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10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10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10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10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10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10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4485;p10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4486;p10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10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10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10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10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10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10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10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10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10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10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10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10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10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10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10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10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10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10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10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10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07" name="Google Shape;4507;p10"/>
          <p:cNvSpPr txBox="1">
            <a:spLocks noGrp="1"/>
          </p:cNvSpPr>
          <p:nvPr>
            <p:ph type="title"/>
          </p:nvPr>
        </p:nvSpPr>
        <p:spPr>
          <a:xfrm>
            <a:off x="714600" y="40291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bg>
      <p:bgPr>
        <a:gradFill>
          <a:gsLst>
            <a:gs pos="0">
              <a:schemeClr val="accent6"/>
            </a:gs>
            <a:gs pos="50000">
              <a:schemeClr val="accent6"/>
            </a:gs>
            <a:gs pos="100000">
              <a:schemeClr val="dk1"/>
            </a:gs>
          </a:gsLst>
          <a:lin ang="2700006" scaled="0"/>
        </a:gradFill>
        <a:effectLst/>
      </p:bgPr>
    </p:bg>
    <p:spTree>
      <p:nvGrpSpPr>
        <p:cNvPr id="1" name="Shape 4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2" name="Google Shape;4962;p13"/>
          <p:cNvGrpSpPr/>
          <p:nvPr/>
        </p:nvGrpSpPr>
        <p:grpSpPr>
          <a:xfrm flipH="1">
            <a:off x="-82849" y="2670990"/>
            <a:ext cx="9363767" cy="2555558"/>
            <a:chOff x="1851250" y="1720850"/>
            <a:chExt cx="3539775" cy="966075"/>
          </a:xfrm>
        </p:grpSpPr>
        <p:sp>
          <p:nvSpPr>
            <p:cNvPr id="4963" name="Google Shape;4963;p13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13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4965;p13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4966;p13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13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8" name="Google Shape;4968;p13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9" name="Google Shape;4969;p13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0" name="Google Shape;4970;p13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1" name="Google Shape;4971;p13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2" name="Google Shape;4972;p13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3" name="Google Shape;4973;p13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4" name="Google Shape;4974;p13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5" name="Google Shape;4975;p13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6" name="Google Shape;4976;p13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7" name="Google Shape;4977;p13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8" name="Google Shape;4978;p13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9" name="Google Shape;4979;p13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0" name="Google Shape;4980;p13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1" name="Google Shape;4981;p13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2" name="Google Shape;4982;p13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3" name="Google Shape;4983;p13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4" name="Google Shape;4984;p13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5" name="Google Shape;4985;p13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6" name="Google Shape;4986;p13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13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13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13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13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13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13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13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13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13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13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13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13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13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13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13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13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13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13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13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13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13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13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13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13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13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13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13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13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13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13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13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13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13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13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13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13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13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13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13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13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13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13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13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13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13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13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13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13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13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13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13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13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13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13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13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13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13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13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13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13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13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13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13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13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13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13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13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13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13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13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13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13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13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13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13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13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13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13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13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13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13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13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13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13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13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13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13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13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13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13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13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13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13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13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13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13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13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13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13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13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13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13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13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13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13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13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13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13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13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13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13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13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13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13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13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13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13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13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13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13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13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13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13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13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13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13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13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13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13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13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13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13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13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13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13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13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13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13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13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13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13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13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13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13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13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13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13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13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13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13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13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8" name="Google Shape;5138;p13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5139;p13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5140;p13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5141;p13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2" name="Google Shape;5142;p13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3" name="Google Shape;5143;p13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4" name="Google Shape;5144;p13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5" name="Google Shape;5145;p13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6" name="Google Shape;5146;p13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147;p13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13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5149;p13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5150;p13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1" name="Google Shape;5151;p13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2" name="Google Shape;5152;p13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5153;p13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5154;p13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5" name="Google Shape;5155;p13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6" name="Google Shape;5156;p13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5157;p13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8" name="Google Shape;5158;p13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9" name="Google Shape;5159;p13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0" name="Google Shape;5160;p13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1" name="Google Shape;5161;p13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2" name="Google Shape;5162;p13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3" name="Google Shape;5163;p13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4" name="Google Shape;5164;p13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5" name="Google Shape;5165;p13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6" name="Google Shape;5166;p13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7" name="Google Shape;5167;p13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8" name="Google Shape;5168;p13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9" name="Google Shape;5169;p13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0" name="Google Shape;5170;p13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1" name="Google Shape;5171;p13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2" name="Google Shape;5172;p13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3" name="Google Shape;5173;p13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4" name="Google Shape;5174;p13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5" name="Google Shape;5175;p13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6" name="Google Shape;5176;p13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7" name="Google Shape;5177;p13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8" name="Google Shape;5178;p13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9" name="Google Shape;5179;p13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0" name="Google Shape;5180;p13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1" name="Google Shape;5181;p13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2" name="Google Shape;5182;p13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3" name="Google Shape;5183;p13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4" name="Google Shape;5184;p13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5" name="Google Shape;5185;p13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6" name="Google Shape;5186;p13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7" name="Google Shape;5187;p13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8" name="Google Shape;5188;p13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9" name="Google Shape;5189;p13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0" name="Google Shape;5190;p13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1" name="Google Shape;5191;p13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2" name="Google Shape;5192;p13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3" name="Google Shape;5193;p13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4" name="Google Shape;5194;p13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5" name="Google Shape;5195;p13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6" name="Google Shape;5196;p13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7" name="Google Shape;5197;p13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8" name="Google Shape;5198;p13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9" name="Google Shape;5199;p13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0" name="Google Shape;5200;p13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1" name="Google Shape;5201;p13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2" name="Google Shape;5202;p13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3" name="Google Shape;5203;p13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4" name="Google Shape;5204;p13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5" name="Google Shape;5205;p13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6" name="Google Shape;5206;p13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7" name="Google Shape;5207;p13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5208;p13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5209;p13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0" name="Google Shape;5210;p13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1" name="Google Shape;5211;p13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2" name="Google Shape;5212;p13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3" name="Google Shape;5213;p13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4" name="Google Shape;5214;p13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5" name="Google Shape;5215;p13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6" name="Google Shape;5216;p13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7" name="Google Shape;5217;p13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8" name="Google Shape;5218;p13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9" name="Google Shape;5219;p13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0" name="Google Shape;5220;p13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1" name="Google Shape;5221;p13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2" name="Google Shape;5222;p13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3" name="Google Shape;5223;p13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4" name="Google Shape;5224;p13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5" name="Google Shape;5225;p13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6" name="Google Shape;5226;p13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7" name="Google Shape;5227;p13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8" name="Google Shape;5228;p13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9" name="Google Shape;5229;p13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0" name="Google Shape;5230;p13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1" name="Google Shape;5231;p13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2" name="Google Shape;5232;p13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3" name="Google Shape;5233;p13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4" name="Google Shape;5234;p13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5" name="Google Shape;5235;p13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6" name="Google Shape;5236;p13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7" name="Google Shape;5237;p13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8" name="Google Shape;5238;p13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9" name="Google Shape;5239;p13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0" name="Google Shape;5240;p13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1" name="Google Shape;5241;p13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2" name="Google Shape;5242;p13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3" name="Google Shape;5243;p13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4" name="Google Shape;5244;p13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5" name="Google Shape;5245;p13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6" name="Google Shape;5246;p13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7" name="Google Shape;5247;p13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8" name="Google Shape;5248;p13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9" name="Google Shape;5249;p13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0" name="Google Shape;5250;p13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1" name="Google Shape;5251;p13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2" name="Google Shape;5252;p13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3" name="Google Shape;5253;p13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4" name="Google Shape;5254;p13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5" name="Google Shape;5255;p13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6" name="Google Shape;5256;p13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7" name="Google Shape;5257;p13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8" name="Google Shape;5258;p13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9" name="Google Shape;5259;p13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0" name="Google Shape;5260;p13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1" name="Google Shape;5261;p13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2" name="Google Shape;5262;p13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3" name="Google Shape;5263;p13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4" name="Google Shape;5264;p13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5" name="Google Shape;5265;p13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6" name="Google Shape;5266;p13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7" name="Google Shape;5267;p13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8" name="Google Shape;5268;p13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9" name="Google Shape;5269;p13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5270;p13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1" name="Google Shape;5271;p13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2" name="Google Shape;5272;p13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3" name="Google Shape;5273;p13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4" name="Google Shape;5274;p13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5" name="Google Shape;5275;p13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6" name="Google Shape;5276;p13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7" name="Google Shape;5277;p13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8" name="Google Shape;5278;p13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9" name="Google Shape;5279;p13"/>
          <p:cNvGrpSpPr/>
          <p:nvPr/>
        </p:nvGrpSpPr>
        <p:grpSpPr>
          <a:xfrm flipH="1">
            <a:off x="12563" y="56"/>
            <a:ext cx="9143721" cy="2251922"/>
            <a:chOff x="-347225" y="-1310325"/>
            <a:chExt cx="7672194" cy="1889514"/>
          </a:xfrm>
        </p:grpSpPr>
        <p:sp>
          <p:nvSpPr>
            <p:cNvPr id="5280" name="Google Shape;5280;p13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1" name="Google Shape;5281;p13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2" name="Google Shape;5282;p13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3" name="Google Shape;5283;p13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4" name="Google Shape;5284;p13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5" name="Google Shape;5285;p13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6" name="Google Shape;5286;p13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7" name="Google Shape;5287;p13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8" name="Google Shape;5288;p13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9" name="Google Shape;5289;p13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0" name="Google Shape;5290;p13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1" name="Google Shape;5291;p13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2" name="Google Shape;5292;p13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3" name="Google Shape;5293;p13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4" name="Google Shape;5294;p13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5" name="Google Shape;5295;p13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6" name="Google Shape;5296;p13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7" name="Google Shape;5297;p13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8" name="Google Shape;5298;p13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9" name="Google Shape;5299;p13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0" name="Google Shape;5300;p13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1" name="Google Shape;5301;p13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2" name="Google Shape;5302;p13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3" name="Google Shape;5303;p13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4" name="Google Shape;5304;p13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5" name="Google Shape;5305;p13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6" name="Google Shape;5306;p13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7" name="Google Shape;5307;p13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8" name="Google Shape;5308;p13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9" name="Google Shape;5309;p13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0" name="Google Shape;5310;p13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1" name="Google Shape;5311;p13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2" name="Google Shape;5312;p13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3" name="Google Shape;5313;p13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4" name="Google Shape;5314;p13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5" name="Google Shape;5315;p13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6" name="Google Shape;5316;p13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7" name="Google Shape;5317;p13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8" name="Google Shape;5318;p13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9" name="Google Shape;5319;p13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0" name="Google Shape;5320;p13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1" name="Google Shape;5321;p13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2" name="Google Shape;5322;p13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3" name="Google Shape;5323;p13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4" name="Google Shape;5324;p13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5" name="Google Shape;5325;p13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6" name="Google Shape;5326;p13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7" name="Google Shape;5327;p13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8" name="Google Shape;5328;p13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9" name="Google Shape;5329;p13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0" name="Google Shape;5330;p13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1" name="Google Shape;5331;p13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2" name="Google Shape;5332;p13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3" name="Google Shape;5333;p13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4" name="Google Shape;5334;p13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5" name="Google Shape;5335;p13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6" name="Google Shape;5336;p13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7" name="Google Shape;5337;p13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8" name="Google Shape;5338;p13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9" name="Google Shape;5339;p13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0" name="Google Shape;5340;p13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1" name="Google Shape;5341;p13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2" name="Google Shape;5342;p13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3" name="Google Shape;5343;p13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4" name="Google Shape;5344;p13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5" name="Google Shape;5345;p13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6" name="Google Shape;5346;p13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7" name="Google Shape;5347;p13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8" name="Google Shape;5348;p13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9" name="Google Shape;5349;p13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0" name="Google Shape;5350;p13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1" name="Google Shape;5351;p13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2" name="Google Shape;5352;p13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3" name="Google Shape;5353;p13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4" name="Google Shape;5354;p13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5" name="Google Shape;5355;p13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6" name="Google Shape;5356;p13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7" name="Google Shape;5357;p13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8" name="Google Shape;5358;p13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9" name="Google Shape;5359;p13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0" name="Google Shape;5360;p13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1" name="Google Shape;5361;p13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2" name="Google Shape;5362;p13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3" name="Google Shape;5363;p13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4" name="Google Shape;5364;p13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5" name="Google Shape;5365;p13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6" name="Google Shape;5366;p13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7" name="Google Shape;5367;p13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8" name="Google Shape;5368;p13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9" name="Google Shape;5369;p13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0" name="Google Shape;5370;p13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1" name="Google Shape;5371;p13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2" name="Google Shape;5372;p13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3" name="Google Shape;5373;p13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4" name="Google Shape;5374;p13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5" name="Google Shape;5375;p13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6" name="Google Shape;5376;p13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7" name="Google Shape;5377;p13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8" name="Google Shape;5378;p13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9" name="Google Shape;5379;p13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0" name="Google Shape;5380;p13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1" name="Google Shape;5381;p13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2" name="Google Shape;5382;p13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3" name="Google Shape;5383;p13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4" name="Google Shape;5384;p13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5" name="Google Shape;5385;p13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6" name="Google Shape;5386;p13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7" name="Google Shape;5387;p13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8" name="Google Shape;5388;p13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9" name="Google Shape;5389;p13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0" name="Google Shape;5390;p13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1" name="Google Shape;5391;p13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2" name="Google Shape;5392;p13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3" name="Google Shape;5393;p13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4" name="Google Shape;5394;p13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5" name="Google Shape;5395;p13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6" name="Google Shape;5396;p13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7" name="Google Shape;5397;p13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8" name="Google Shape;5398;p13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9" name="Google Shape;5399;p13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0" name="Google Shape;5400;p13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1" name="Google Shape;5401;p13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2" name="Google Shape;5402;p13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3" name="Google Shape;5403;p13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4" name="Google Shape;5404;p13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5" name="Google Shape;5405;p13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6" name="Google Shape;5406;p13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7" name="Google Shape;5407;p13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8" name="Google Shape;5408;p13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9" name="Google Shape;5409;p13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0" name="Google Shape;5410;p13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1" name="Google Shape;5411;p13"/>
          <p:cNvGrpSpPr/>
          <p:nvPr/>
        </p:nvGrpSpPr>
        <p:grpSpPr>
          <a:xfrm>
            <a:off x="-31476" y="4719701"/>
            <a:ext cx="9206952" cy="461886"/>
            <a:chOff x="12" y="4706850"/>
            <a:chExt cx="9519181" cy="461886"/>
          </a:xfrm>
        </p:grpSpPr>
        <p:sp>
          <p:nvSpPr>
            <p:cNvPr id="5412" name="Google Shape;5412;p13"/>
            <p:cNvSpPr/>
            <p:nvPr/>
          </p:nvSpPr>
          <p:spPr>
            <a:xfrm>
              <a:off x="12" y="4900567"/>
              <a:ext cx="9493606" cy="235503"/>
            </a:xfrm>
            <a:custGeom>
              <a:avLst/>
              <a:gdLst/>
              <a:ahLst/>
              <a:cxnLst/>
              <a:rect l="l" t="t" r="r" b="b"/>
              <a:pathLst>
                <a:path w="140412" h="3483" extrusionOk="0">
                  <a:moveTo>
                    <a:pt x="0" y="0"/>
                  </a:moveTo>
                  <a:lnTo>
                    <a:pt x="0" y="3482"/>
                  </a:lnTo>
                  <a:lnTo>
                    <a:pt x="140411" y="3482"/>
                  </a:lnTo>
                  <a:lnTo>
                    <a:pt x="140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13" name="Google Shape;5413;p13"/>
            <p:cNvGrpSpPr/>
            <p:nvPr/>
          </p:nvGrpSpPr>
          <p:grpSpPr>
            <a:xfrm>
              <a:off x="1209078" y="4884373"/>
              <a:ext cx="258320" cy="284364"/>
              <a:chOff x="-95938" y="5196046"/>
              <a:chExt cx="289499" cy="318687"/>
            </a:xfrm>
          </p:grpSpPr>
          <p:sp>
            <p:nvSpPr>
              <p:cNvPr id="5414" name="Google Shape;5414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5" name="Google Shape;5415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6" name="Google Shape;5416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7" name="Google Shape;5417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8" name="Google Shape;5418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19" name="Google Shape;5419;p13"/>
            <p:cNvGrpSpPr/>
            <p:nvPr/>
          </p:nvGrpSpPr>
          <p:grpSpPr>
            <a:xfrm>
              <a:off x="500999" y="4884373"/>
              <a:ext cx="258320" cy="284364"/>
              <a:chOff x="-95938" y="5196046"/>
              <a:chExt cx="289499" cy="318687"/>
            </a:xfrm>
          </p:grpSpPr>
          <p:sp>
            <p:nvSpPr>
              <p:cNvPr id="5420" name="Google Shape;5420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1" name="Google Shape;5421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2" name="Google Shape;5422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3" name="Google Shape;5423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4" name="Google Shape;5424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425" name="Google Shape;5425;p13"/>
            <p:cNvSpPr/>
            <p:nvPr/>
          </p:nvSpPr>
          <p:spPr>
            <a:xfrm>
              <a:off x="12" y="4706850"/>
              <a:ext cx="9493606" cy="193785"/>
            </a:xfrm>
            <a:custGeom>
              <a:avLst/>
              <a:gdLst/>
              <a:ahLst/>
              <a:cxnLst/>
              <a:rect l="l" t="t" r="r" b="b"/>
              <a:pathLst>
                <a:path w="140412" h="2866" extrusionOk="0">
                  <a:moveTo>
                    <a:pt x="140411" y="2191"/>
                  </a:moveTo>
                  <a:lnTo>
                    <a:pt x="136648" y="1"/>
                  </a:lnTo>
                  <a:lnTo>
                    <a:pt x="3089" y="1"/>
                  </a:lnTo>
                  <a:lnTo>
                    <a:pt x="0" y="2247"/>
                  </a:lnTo>
                  <a:lnTo>
                    <a:pt x="0" y="2865"/>
                  </a:lnTo>
                  <a:lnTo>
                    <a:pt x="140411" y="286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26" name="Google Shape;5426;p13"/>
            <p:cNvGrpSpPr/>
            <p:nvPr/>
          </p:nvGrpSpPr>
          <p:grpSpPr>
            <a:xfrm>
              <a:off x="1917157" y="4884373"/>
              <a:ext cx="258320" cy="284364"/>
              <a:chOff x="-95938" y="5196046"/>
              <a:chExt cx="289499" cy="318687"/>
            </a:xfrm>
          </p:grpSpPr>
          <p:sp>
            <p:nvSpPr>
              <p:cNvPr id="5427" name="Google Shape;5427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8" name="Google Shape;5428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9" name="Google Shape;5429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0" name="Google Shape;5430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1" name="Google Shape;5431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32" name="Google Shape;5432;p13"/>
            <p:cNvGrpSpPr/>
            <p:nvPr/>
          </p:nvGrpSpPr>
          <p:grpSpPr>
            <a:xfrm>
              <a:off x="2625237" y="4884373"/>
              <a:ext cx="258320" cy="284364"/>
              <a:chOff x="-95938" y="5196046"/>
              <a:chExt cx="289499" cy="318687"/>
            </a:xfrm>
          </p:grpSpPr>
          <p:sp>
            <p:nvSpPr>
              <p:cNvPr id="5433" name="Google Shape;5433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4" name="Google Shape;5434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5" name="Google Shape;5435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6" name="Google Shape;5436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7" name="Google Shape;5437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38" name="Google Shape;5438;p13"/>
            <p:cNvGrpSpPr/>
            <p:nvPr/>
          </p:nvGrpSpPr>
          <p:grpSpPr>
            <a:xfrm>
              <a:off x="3333316" y="4884373"/>
              <a:ext cx="258320" cy="284364"/>
              <a:chOff x="-95938" y="5196046"/>
              <a:chExt cx="289499" cy="318687"/>
            </a:xfrm>
          </p:grpSpPr>
          <p:sp>
            <p:nvSpPr>
              <p:cNvPr id="5439" name="Google Shape;5439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0" name="Google Shape;5440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1" name="Google Shape;5441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2" name="Google Shape;5442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3" name="Google Shape;5443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44" name="Google Shape;5444;p13"/>
            <p:cNvGrpSpPr/>
            <p:nvPr/>
          </p:nvGrpSpPr>
          <p:grpSpPr>
            <a:xfrm>
              <a:off x="4041396" y="4884373"/>
              <a:ext cx="258320" cy="284364"/>
              <a:chOff x="-95938" y="5196046"/>
              <a:chExt cx="289499" cy="318687"/>
            </a:xfrm>
          </p:grpSpPr>
          <p:sp>
            <p:nvSpPr>
              <p:cNvPr id="5445" name="Google Shape;5445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6" name="Google Shape;5446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7" name="Google Shape;5447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8" name="Google Shape;5448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9" name="Google Shape;5449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50" name="Google Shape;5450;p13"/>
            <p:cNvGrpSpPr/>
            <p:nvPr/>
          </p:nvGrpSpPr>
          <p:grpSpPr>
            <a:xfrm>
              <a:off x="4749475" y="4884373"/>
              <a:ext cx="258320" cy="284364"/>
              <a:chOff x="-95938" y="5196046"/>
              <a:chExt cx="289499" cy="318687"/>
            </a:xfrm>
          </p:grpSpPr>
          <p:sp>
            <p:nvSpPr>
              <p:cNvPr id="5451" name="Google Shape;5451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2" name="Google Shape;5452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3" name="Google Shape;5453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4" name="Google Shape;5454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5" name="Google Shape;5455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56" name="Google Shape;5456;p13"/>
            <p:cNvGrpSpPr/>
            <p:nvPr/>
          </p:nvGrpSpPr>
          <p:grpSpPr>
            <a:xfrm>
              <a:off x="5457554" y="4884373"/>
              <a:ext cx="258320" cy="284364"/>
              <a:chOff x="-95938" y="5196046"/>
              <a:chExt cx="289499" cy="318687"/>
            </a:xfrm>
          </p:grpSpPr>
          <p:sp>
            <p:nvSpPr>
              <p:cNvPr id="5457" name="Google Shape;5457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8" name="Google Shape;5458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9" name="Google Shape;5459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0" name="Google Shape;5460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1" name="Google Shape;5461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62" name="Google Shape;5462;p13"/>
            <p:cNvGrpSpPr/>
            <p:nvPr/>
          </p:nvGrpSpPr>
          <p:grpSpPr>
            <a:xfrm>
              <a:off x="6165634" y="4884373"/>
              <a:ext cx="258320" cy="284364"/>
              <a:chOff x="-95938" y="5196046"/>
              <a:chExt cx="289499" cy="318687"/>
            </a:xfrm>
          </p:grpSpPr>
          <p:sp>
            <p:nvSpPr>
              <p:cNvPr id="5463" name="Google Shape;5463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4" name="Google Shape;5464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5" name="Google Shape;5465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6" name="Google Shape;5466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7" name="Google Shape;5467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68" name="Google Shape;5468;p13"/>
            <p:cNvGrpSpPr/>
            <p:nvPr/>
          </p:nvGrpSpPr>
          <p:grpSpPr>
            <a:xfrm>
              <a:off x="6873713" y="4884373"/>
              <a:ext cx="258320" cy="284364"/>
              <a:chOff x="-95938" y="5196046"/>
              <a:chExt cx="289499" cy="318687"/>
            </a:xfrm>
          </p:grpSpPr>
          <p:sp>
            <p:nvSpPr>
              <p:cNvPr id="5469" name="Google Shape;5469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0" name="Google Shape;5470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1" name="Google Shape;5471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2" name="Google Shape;5472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3" name="Google Shape;5473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74" name="Google Shape;5474;p13"/>
            <p:cNvGrpSpPr/>
            <p:nvPr/>
          </p:nvGrpSpPr>
          <p:grpSpPr>
            <a:xfrm>
              <a:off x="7581793" y="4884373"/>
              <a:ext cx="258320" cy="284364"/>
              <a:chOff x="-95938" y="5196046"/>
              <a:chExt cx="289499" cy="318687"/>
            </a:xfrm>
          </p:grpSpPr>
          <p:sp>
            <p:nvSpPr>
              <p:cNvPr id="5475" name="Google Shape;5475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6" name="Google Shape;5476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7" name="Google Shape;5477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8" name="Google Shape;5478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9" name="Google Shape;5479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0" name="Google Shape;5480;p13"/>
            <p:cNvGrpSpPr/>
            <p:nvPr/>
          </p:nvGrpSpPr>
          <p:grpSpPr>
            <a:xfrm>
              <a:off x="8289872" y="4884373"/>
              <a:ext cx="258320" cy="284364"/>
              <a:chOff x="-95938" y="5196046"/>
              <a:chExt cx="289499" cy="318687"/>
            </a:xfrm>
          </p:grpSpPr>
          <p:sp>
            <p:nvSpPr>
              <p:cNvPr id="5481" name="Google Shape;5481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2" name="Google Shape;5482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3" name="Google Shape;5483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4" name="Google Shape;5484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5" name="Google Shape;5485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6" name="Google Shape;5486;p13"/>
            <p:cNvGrpSpPr/>
            <p:nvPr/>
          </p:nvGrpSpPr>
          <p:grpSpPr>
            <a:xfrm>
              <a:off x="8997951" y="4884373"/>
              <a:ext cx="258320" cy="284364"/>
              <a:chOff x="-95938" y="5196046"/>
              <a:chExt cx="289499" cy="318687"/>
            </a:xfrm>
          </p:grpSpPr>
          <p:sp>
            <p:nvSpPr>
              <p:cNvPr id="5487" name="Google Shape;5487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8" name="Google Shape;5488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9" name="Google Shape;5489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0" name="Google Shape;5490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1" name="Google Shape;5491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492" name="Google Shape;5492;p13"/>
            <p:cNvSpPr/>
            <p:nvPr/>
          </p:nvSpPr>
          <p:spPr>
            <a:xfrm>
              <a:off x="12" y="4896780"/>
              <a:ext cx="9519181" cy="79786"/>
            </a:xfrm>
            <a:custGeom>
              <a:avLst/>
              <a:gdLst/>
              <a:ahLst/>
              <a:cxnLst/>
              <a:rect l="l" t="t" r="r" b="b"/>
              <a:pathLst>
                <a:path w="122327" h="1180" extrusionOk="0">
                  <a:moveTo>
                    <a:pt x="122045" y="0"/>
                  </a:moveTo>
                  <a:lnTo>
                    <a:pt x="0" y="56"/>
                  </a:lnTo>
                  <a:lnTo>
                    <a:pt x="0" y="1179"/>
                  </a:lnTo>
                  <a:lnTo>
                    <a:pt x="122326" y="117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3" name="Google Shape;5493;p13"/>
          <p:cNvSpPr txBox="1">
            <a:spLocks noGrp="1"/>
          </p:cNvSpPr>
          <p:nvPr>
            <p:ph type="title"/>
          </p:nvPr>
        </p:nvSpPr>
        <p:spPr>
          <a:xfrm>
            <a:off x="714675" y="4450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94" name="Google Shape;5494;p13"/>
          <p:cNvSpPr txBox="1">
            <a:spLocks noGrp="1"/>
          </p:cNvSpPr>
          <p:nvPr>
            <p:ph type="title" idx="2" hasCustomPrompt="1"/>
          </p:nvPr>
        </p:nvSpPr>
        <p:spPr>
          <a:xfrm>
            <a:off x="800175" y="1610425"/>
            <a:ext cx="736500" cy="35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495" name="Google Shape;5495;p13"/>
          <p:cNvSpPr txBox="1">
            <a:spLocks noGrp="1"/>
          </p:cNvSpPr>
          <p:nvPr>
            <p:ph type="subTitle" idx="1"/>
          </p:nvPr>
        </p:nvSpPr>
        <p:spPr>
          <a:xfrm>
            <a:off x="1647066" y="1610425"/>
            <a:ext cx="2912400" cy="35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96" name="Google Shape;5496;p13"/>
          <p:cNvSpPr txBox="1">
            <a:spLocks noGrp="1"/>
          </p:cNvSpPr>
          <p:nvPr>
            <p:ph type="title" idx="3" hasCustomPrompt="1"/>
          </p:nvPr>
        </p:nvSpPr>
        <p:spPr>
          <a:xfrm>
            <a:off x="800175" y="2646437"/>
            <a:ext cx="736500" cy="35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497" name="Google Shape;5497;p13"/>
          <p:cNvSpPr txBox="1">
            <a:spLocks noGrp="1"/>
          </p:cNvSpPr>
          <p:nvPr>
            <p:ph type="subTitle" idx="4"/>
          </p:nvPr>
        </p:nvSpPr>
        <p:spPr>
          <a:xfrm>
            <a:off x="1647066" y="2646437"/>
            <a:ext cx="2912400" cy="35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98" name="Google Shape;5498;p13"/>
          <p:cNvSpPr txBox="1">
            <a:spLocks noGrp="1"/>
          </p:cNvSpPr>
          <p:nvPr>
            <p:ph type="title" idx="5" hasCustomPrompt="1"/>
          </p:nvPr>
        </p:nvSpPr>
        <p:spPr>
          <a:xfrm>
            <a:off x="800175" y="3685752"/>
            <a:ext cx="736500" cy="35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499" name="Google Shape;5499;p13"/>
          <p:cNvSpPr txBox="1">
            <a:spLocks noGrp="1"/>
          </p:cNvSpPr>
          <p:nvPr>
            <p:ph type="subTitle" idx="6"/>
          </p:nvPr>
        </p:nvSpPr>
        <p:spPr>
          <a:xfrm>
            <a:off x="1647066" y="3685752"/>
            <a:ext cx="2912400" cy="35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00" name="Google Shape;5500;p13"/>
          <p:cNvSpPr txBox="1">
            <a:spLocks noGrp="1"/>
          </p:cNvSpPr>
          <p:nvPr>
            <p:ph type="title" idx="7" hasCustomPrompt="1"/>
          </p:nvPr>
        </p:nvSpPr>
        <p:spPr>
          <a:xfrm>
            <a:off x="4575050" y="1610425"/>
            <a:ext cx="736500" cy="35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501" name="Google Shape;5501;p13"/>
          <p:cNvSpPr txBox="1">
            <a:spLocks noGrp="1"/>
          </p:cNvSpPr>
          <p:nvPr>
            <p:ph type="subTitle" idx="8"/>
          </p:nvPr>
        </p:nvSpPr>
        <p:spPr>
          <a:xfrm>
            <a:off x="5428191" y="1610425"/>
            <a:ext cx="2988900" cy="35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02" name="Google Shape;5502;p13"/>
          <p:cNvSpPr txBox="1">
            <a:spLocks noGrp="1"/>
          </p:cNvSpPr>
          <p:nvPr>
            <p:ph type="title" idx="9" hasCustomPrompt="1"/>
          </p:nvPr>
        </p:nvSpPr>
        <p:spPr>
          <a:xfrm>
            <a:off x="4575050" y="2648537"/>
            <a:ext cx="736500" cy="34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503" name="Google Shape;5503;p13"/>
          <p:cNvSpPr txBox="1">
            <a:spLocks noGrp="1"/>
          </p:cNvSpPr>
          <p:nvPr>
            <p:ph type="subTitle" idx="13"/>
          </p:nvPr>
        </p:nvSpPr>
        <p:spPr>
          <a:xfrm>
            <a:off x="5428191" y="2646437"/>
            <a:ext cx="2988900" cy="35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04" name="Google Shape;5504;p13"/>
          <p:cNvSpPr txBox="1">
            <a:spLocks noGrp="1"/>
          </p:cNvSpPr>
          <p:nvPr>
            <p:ph type="title" idx="14" hasCustomPrompt="1"/>
          </p:nvPr>
        </p:nvSpPr>
        <p:spPr>
          <a:xfrm>
            <a:off x="4575050" y="3685752"/>
            <a:ext cx="736500" cy="35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505" name="Google Shape;5505;p13"/>
          <p:cNvSpPr txBox="1">
            <a:spLocks noGrp="1"/>
          </p:cNvSpPr>
          <p:nvPr>
            <p:ph type="subTitle" idx="15"/>
          </p:nvPr>
        </p:nvSpPr>
        <p:spPr>
          <a:xfrm>
            <a:off x="5428191" y="3685752"/>
            <a:ext cx="2988900" cy="35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06" name="Google Shape;5506;p13"/>
          <p:cNvGrpSpPr/>
          <p:nvPr/>
        </p:nvGrpSpPr>
        <p:grpSpPr>
          <a:xfrm>
            <a:off x="466400" y="4388350"/>
            <a:ext cx="7842416" cy="456872"/>
            <a:chOff x="466400" y="4388350"/>
            <a:chExt cx="7842416" cy="456872"/>
          </a:xfrm>
        </p:grpSpPr>
        <p:grpSp>
          <p:nvGrpSpPr>
            <p:cNvPr id="5507" name="Google Shape;5507;p13"/>
            <p:cNvGrpSpPr/>
            <p:nvPr/>
          </p:nvGrpSpPr>
          <p:grpSpPr>
            <a:xfrm>
              <a:off x="4975110" y="4608254"/>
              <a:ext cx="208157" cy="236967"/>
              <a:chOff x="4975110" y="4608254"/>
              <a:chExt cx="208157" cy="236967"/>
            </a:xfrm>
          </p:grpSpPr>
          <p:sp>
            <p:nvSpPr>
              <p:cNvPr id="5508" name="Google Shape;5508;p13"/>
              <p:cNvSpPr/>
              <p:nvPr/>
            </p:nvSpPr>
            <p:spPr>
              <a:xfrm flipH="1">
                <a:off x="4975110" y="4608254"/>
                <a:ext cx="208157" cy="236967"/>
              </a:xfrm>
              <a:custGeom>
                <a:avLst/>
                <a:gdLst/>
                <a:ahLst/>
                <a:cxnLst/>
                <a:rect l="l" t="t" r="r" b="b"/>
                <a:pathLst>
                  <a:path w="2023" h="2303" extrusionOk="0">
                    <a:moveTo>
                      <a:pt x="394" y="1460"/>
                    </a:moveTo>
                    <a:cubicBezTo>
                      <a:pt x="1" y="562"/>
                      <a:pt x="1292" y="0"/>
                      <a:pt x="1686" y="843"/>
                    </a:cubicBezTo>
                    <a:cubicBezTo>
                      <a:pt x="2023" y="1741"/>
                      <a:pt x="731" y="2303"/>
                      <a:pt x="394" y="14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9" name="Google Shape;5509;p13"/>
              <p:cNvSpPr/>
              <p:nvPr/>
            </p:nvSpPr>
            <p:spPr>
              <a:xfrm flipH="1">
                <a:off x="5015547" y="4660217"/>
                <a:ext cx="127281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237" extrusionOk="0">
                    <a:moveTo>
                      <a:pt x="169" y="843"/>
                    </a:moveTo>
                    <a:cubicBezTo>
                      <a:pt x="1" y="562"/>
                      <a:pt x="169" y="281"/>
                      <a:pt x="394" y="169"/>
                    </a:cubicBezTo>
                    <a:cubicBezTo>
                      <a:pt x="843" y="1"/>
                      <a:pt x="1236" y="394"/>
                      <a:pt x="1068" y="787"/>
                    </a:cubicBezTo>
                    <a:cubicBezTo>
                      <a:pt x="956" y="1236"/>
                      <a:pt x="338" y="1236"/>
                      <a:pt x="169" y="8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0" name="Google Shape;5510;p13"/>
              <p:cNvSpPr/>
              <p:nvPr/>
            </p:nvSpPr>
            <p:spPr>
              <a:xfrm flipH="1">
                <a:off x="5009785" y="4665979"/>
                <a:ext cx="127281" cy="121519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181" extrusionOk="0">
                    <a:moveTo>
                      <a:pt x="113" y="787"/>
                    </a:moveTo>
                    <a:cubicBezTo>
                      <a:pt x="1" y="619"/>
                      <a:pt x="57" y="450"/>
                      <a:pt x="169" y="282"/>
                    </a:cubicBezTo>
                    <a:cubicBezTo>
                      <a:pt x="169" y="225"/>
                      <a:pt x="226" y="225"/>
                      <a:pt x="282" y="225"/>
                    </a:cubicBezTo>
                    <a:cubicBezTo>
                      <a:pt x="787" y="1"/>
                      <a:pt x="1237" y="506"/>
                      <a:pt x="900" y="956"/>
                    </a:cubicBezTo>
                    <a:cubicBezTo>
                      <a:pt x="900" y="1012"/>
                      <a:pt x="843" y="1012"/>
                      <a:pt x="787" y="1068"/>
                    </a:cubicBezTo>
                    <a:cubicBezTo>
                      <a:pt x="506" y="1180"/>
                      <a:pt x="169" y="1068"/>
                      <a:pt x="57" y="787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1" name="Google Shape;5511;p13"/>
              <p:cNvSpPr/>
              <p:nvPr/>
            </p:nvSpPr>
            <p:spPr>
              <a:xfrm flipH="1">
                <a:off x="5044460" y="4694893"/>
                <a:ext cx="80978" cy="69454"/>
              </a:xfrm>
              <a:custGeom>
                <a:avLst/>
                <a:gdLst/>
                <a:ahLst/>
                <a:cxnLst/>
                <a:rect l="l" t="t" r="r" b="b"/>
                <a:pathLst>
                  <a:path w="787" h="675" extrusionOk="0">
                    <a:moveTo>
                      <a:pt x="450" y="618"/>
                    </a:moveTo>
                    <a:cubicBezTo>
                      <a:pt x="113" y="618"/>
                      <a:pt x="0" y="225"/>
                      <a:pt x="225" y="1"/>
                    </a:cubicBezTo>
                    <a:cubicBezTo>
                      <a:pt x="169" y="57"/>
                      <a:pt x="169" y="113"/>
                      <a:pt x="169" y="169"/>
                    </a:cubicBezTo>
                    <a:cubicBezTo>
                      <a:pt x="113" y="338"/>
                      <a:pt x="281" y="562"/>
                      <a:pt x="506" y="562"/>
                    </a:cubicBezTo>
                    <a:cubicBezTo>
                      <a:pt x="562" y="562"/>
                      <a:pt x="674" y="562"/>
                      <a:pt x="787" y="450"/>
                    </a:cubicBezTo>
                    <a:cubicBezTo>
                      <a:pt x="730" y="562"/>
                      <a:pt x="562" y="675"/>
                      <a:pt x="450" y="61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12" name="Google Shape;5512;p13"/>
            <p:cNvGrpSpPr/>
            <p:nvPr/>
          </p:nvGrpSpPr>
          <p:grpSpPr>
            <a:xfrm flipH="1">
              <a:off x="466400" y="4388350"/>
              <a:ext cx="230087" cy="393387"/>
              <a:chOff x="1267792" y="5309150"/>
              <a:chExt cx="230087" cy="393387"/>
            </a:xfrm>
          </p:grpSpPr>
          <p:sp>
            <p:nvSpPr>
              <p:cNvPr id="5513" name="Google Shape;5513;p13"/>
              <p:cNvSpPr/>
              <p:nvPr/>
            </p:nvSpPr>
            <p:spPr>
              <a:xfrm>
                <a:off x="1267792" y="5309150"/>
                <a:ext cx="230087" cy="393387"/>
              </a:xfrm>
              <a:custGeom>
                <a:avLst/>
                <a:gdLst/>
                <a:ahLst/>
                <a:cxnLst/>
                <a:rect l="l" t="t" r="r" b="b"/>
                <a:pathLst>
                  <a:path w="3483" h="5955" extrusionOk="0">
                    <a:moveTo>
                      <a:pt x="3483" y="1"/>
                    </a:moveTo>
                    <a:lnTo>
                      <a:pt x="3483" y="5954"/>
                    </a:lnTo>
                    <a:lnTo>
                      <a:pt x="0" y="59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4" name="Google Shape;5514;p13"/>
              <p:cNvSpPr/>
              <p:nvPr/>
            </p:nvSpPr>
            <p:spPr>
              <a:xfrm>
                <a:off x="1416227" y="5309150"/>
                <a:ext cx="81650" cy="393387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5955" extrusionOk="0">
                    <a:moveTo>
                      <a:pt x="1236" y="1"/>
                    </a:moveTo>
                    <a:lnTo>
                      <a:pt x="1236" y="5954"/>
                    </a:lnTo>
                    <a:lnTo>
                      <a:pt x="0" y="59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5" name="Google Shape;5515;p13"/>
              <p:cNvSpPr/>
              <p:nvPr/>
            </p:nvSpPr>
            <p:spPr>
              <a:xfrm>
                <a:off x="1312316" y="5309150"/>
                <a:ext cx="44591" cy="393387"/>
              </a:xfrm>
              <a:custGeom>
                <a:avLst/>
                <a:gdLst/>
                <a:ahLst/>
                <a:cxnLst/>
                <a:rect l="l" t="t" r="r" b="b"/>
                <a:pathLst>
                  <a:path w="675" h="5955" extrusionOk="0">
                    <a:moveTo>
                      <a:pt x="674" y="1"/>
                    </a:moveTo>
                    <a:lnTo>
                      <a:pt x="674" y="5954"/>
                    </a:lnTo>
                    <a:lnTo>
                      <a:pt x="0" y="59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16" name="Google Shape;5516;p13"/>
            <p:cNvGrpSpPr/>
            <p:nvPr/>
          </p:nvGrpSpPr>
          <p:grpSpPr>
            <a:xfrm flipH="1">
              <a:off x="7441113" y="4705024"/>
              <a:ext cx="356261" cy="81650"/>
              <a:chOff x="1962943" y="5517637"/>
              <a:chExt cx="356261" cy="81650"/>
            </a:xfrm>
          </p:grpSpPr>
          <p:sp>
            <p:nvSpPr>
              <p:cNvPr id="5517" name="Google Shape;5517;p13"/>
              <p:cNvSpPr/>
              <p:nvPr/>
            </p:nvSpPr>
            <p:spPr>
              <a:xfrm>
                <a:off x="1985205" y="5517637"/>
                <a:ext cx="70552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236" extrusionOk="0">
                    <a:moveTo>
                      <a:pt x="57" y="1236"/>
                    </a:moveTo>
                    <a:lnTo>
                      <a:pt x="0" y="0"/>
                    </a:lnTo>
                    <a:lnTo>
                      <a:pt x="1068" y="0"/>
                    </a:lnTo>
                    <a:lnTo>
                      <a:pt x="1068" y="123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8" name="Google Shape;5518;p13"/>
              <p:cNvSpPr/>
              <p:nvPr/>
            </p:nvSpPr>
            <p:spPr>
              <a:xfrm>
                <a:off x="2055690" y="5517637"/>
                <a:ext cx="263513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1236" extrusionOk="0">
                    <a:moveTo>
                      <a:pt x="1" y="1236"/>
                    </a:moveTo>
                    <a:lnTo>
                      <a:pt x="1" y="0"/>
                    </a:lnTo>
                    <a:lnTo>
                      <a:pt x="3988" y="0"/>
                    </a:lnTo>
                    <a:lnTo>
                      <a:pt x="3988" y="123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9" name="Google Shape;5519;p13"/>
              <p:cNvSpPr/>
              <p:nvPr/>
            </p:nvSpPr>
            <p:spPr>
              <a:xfrm>
                <a:off x="1962943" y="5517637"/>
                <a:ext cx="26028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236" extrusionOk="0">
                    <a:moveTo>
                      <a:pt x="0" y="1236"/>
                    </a:moveTo>
                    <a:lnTo>
                      <a:pt x="0" y="0"/>
                    </a:lnTo>
                    <a:lnTo>
                      <a:pt x="337" y="0"/>
                    </a:lnTo>
                    <a:lnTo>
                      <a:pt x="394" y="123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0" name="Google Shape;5520;p13"/>
              <p:cNvSpPr/>
              <p:nvPr/>
            </p:nvSpPr>
            <p:spPr>
              <a:xfrm>
                <a:off x="2055690" y="5580723"/>
                <a:ext cx="263513" cy="18563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281" extrusionOk="0">
                    <a:moveTo>
                      <a:pt x="3988" y="0"/>
                    </a:moveTo>
                    <a:lnTo>
                      <a:pt x="3988" y="281"/>
                    </a:lnTo>
                    <a:lnTo>
                      <a:pt x="1" y="28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1" name="Google Shape;5521;p13"/>
              <p:cNvSpPr/>
              <p:nvPr/>
            </p:nvSpPr>
            <p:spPr>
              <a:xfrm>
                <a:off x="1962943" y="5580723"/>
                <a:ext cx="26028" cy="18563"/>
              </a:xfrm>
              <a:custGeom>
                <a:avLst/>
                <a:gdLst/>
                <a:ahLst/>
                <a:cxnLst/>
                <a:rect l="l" t="t" r="r" b="b"/>
                <a:pathLst>
                  <a:path w="394" h="281" extrusionOk="0">
                    <a:moveTo>
                      <a:pt x="394" y="0"/>
                    </a:moveTo>
                    <a:lnTo>
                      <a:pt x="394" y="281"/>
                    </a:lnTo>
                    <a:lnTo>
                      <a:pt x="0" y="2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22" name="Google Shape;5522;p13"/>
            <p:cNvGrpSpPr/>
            <p:nvPr/>
          </p:nvGrpSpPr>
          <p:grpSpPr>
            <a:xfrm flipH="1">
              <a:off x="8056467" y="4536578"/>
              <a:ext cx="252349" cy="252349"/>
              <a:chOff x="1647575" y="5358103"/>
              <a:chExt cx="252349" cy="252349"/>
            </a:xfrm>
          </p:grpSpPr>
          <p:sp>
            <p:nvSpPr>
              <p:cNvPr id="5523" name="Google Shape;5523;p13"/>
              <p:cNvSpPr/>
              <p:nvPr/>
            </p:nvSpPr>
            <p:spPr>
              <a:xfrm>
                <a:off x="1647575" y="5358103"/>
                <a:ext cx="252349" cy="25234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3707" y="2303"/>
                    </a:moveTo>
                    <a:cubicBezTo>
                      <a:pt x="3820" y="899"/>
                      <a:pt x="2247" y="0"/>
                      <a:pt x="1124" y="899"/>
                    </a:cubicBezTo>
                    <a:cubicBezTo>
                      <a:pt x="0" y="1741"/>
                      <a:pt x="506" y="3539"/>
                      <a:pt x="1910" y="3707"/>
                    </a:cubicBezTo>
                    <a:cubicBezTo>
                      <a:pt x="2809" y="3819"/>
                      <a:pt x="3595" y="3145"/>
                      <a:pt x="3707" y="230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4" name="Google Shape;5524;p13"/>
              <p:cNvSpPr/>
              <p:nvPr/>
            </p:nvSpPr>
            <p:spPr>
              <a:xfrm>
                <a:off x="1695798" y="5428588"/>
                <a:ext cx="163300" cy="141038"/>
              </a:xfrm>
              <a:custGeom>
                <a:avLst/>
                <a:gdLst/>
                <a:ahLst/>
                <a:cxnLst/>
                <a:rect l="l" t="t" r="r" b="b"/>
                <a:pathLst>
                  <a:path w="2472" h="2135" extrusionOk="0">
                    <a:moveTo>
                      <a:pt x="2416" y="1180"/>
                    </a:moveTo>
                    <a:cubicBezTo>
                      <a:pt x="2472" y="562"/>
                      <a:pt x="2079" y="57"/>
                      <a:pt x="1461" y="0"/>
                    </a:cubicBezTo>
                    <a:lnTo>
                      <a:pt x="1405" y="0"/>
                    </a:lnTo>
                    <a:cubicBezTo>
                      <a:pt x="1" y="0"/>
                      <a:pt x="1" y="2135"/>
                      <a:pt x="1405" y="2135"/>
                    </a:cubicBezTo>
                    <a:lnTo>
                      <a:pt x="1461" y="2135"/>
                    </a:lnTo>
                    <a:cubicBezTo>
                      <a:pt x="1966" y="2022"/>
                      <a:pt x="2360" y="1685"/>
                      <a:pt x="2416" y="1180"/>
                    </a:cubicBezTo>
                    <a:close/>
                  </a:path>
                </a:pathLst>
              </a:custGeom>
              <a:solidFill>
                <a:srgbClr val="EFF0F1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5" name="Google Shape;5525;p13"/>
              <p:cNvSpPr/>
              <p:nvPr/>
            </p:nvSpPr>
            <p:spPr>
              <a:xfrm>
                <a:off x="1740322" y="5450850"/>
                <a:ext cx="85416" cy="85416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1293" extrusionOk="0">
                    <a:moveTo>
                      <a:pt x="1236" y="787"/>
                    </a:moveTo>
                    <a:cubicBezTo>
                      <a:pt x="1292" y="281"/>
                      <a:pt x="731" y="0"/>
                      <a:pt x="394" y="281"/>
                    </a:cubicBezTo>
                    <a:cubicBezTo>
                      <a:pt x="1" y="618"/>
                      <a:pt x="169" y="1180"/>
                      <a:pt x="675" y="1236"/>
                    </a:cubicBezTo>
                    <a:cubicBezTo>
                      <a:pt x="955" y="1292"/>
                      <a:pt x="1180" y="1068"/>
                      <a:pt x="1236" y="78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6" name="Google Shape;5526;p13"/>
              <p:cNvSpPr/>
              <p:nvPr/>
            </p:nvSpPr>
            <p:spPr>
              <a:xfrm>
                <a:off x="1758885" y="5495374"/>
                <a:ext cx="22328" cy="22328"/>
              </a:xfrm>
              <a:custGeom>
                <a:avLst/>
                <a:gdLst/>
                <a:ahLst/>
                <a:cxnLst/>
                <a:rect l="l" t="t" r="r" b="b"/>
                <a:pathLst>
                  <a:path w="338" h="338" extrusionOk="0">
                    <a:moveTo>
                      <a:pt x="337" y="169"/>
                    </a:moveTo>
                    <a:cubicBezTo>
                      <a:pt x="337" y="113"/>
                      <a:pt x="281" y="0"/>
                      <a:pt x="225" y="0"/>
                    </a:cubicBezTo>
                    <a:cubicBezTo>
                      <a:pt x="113" y="0"/>
                      <a:pt x="57" y="57"/>
                      <a:pt x="57" y="169"/>
                    </a:cubicBezTo>
                    <a:cubicBezTo>
                      <a:pt x="0" y="225"/>
                      <a:pt x="57" y="337"/>
                      <a:pt x="169" y="337"/>
                    </a:cubicBezTo>
                    <a:cubicBezTo>
                      <a:pt x="281" y="337"/>
                      <a:pt x="337" y="281"/>
                      <a:pt x="337" y="1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2_1_1_1">
    <p:bg>
      <p:bgPr>
        <a:gradFill>
          <a:gsLst>
            <a:gs pos="0">
              <a:schemeClr val="accent6"/>
            </a:gs>
            <a:gs pos="50000">
              <a:schemeClr val="accent6"/>
            </a:gs>
            <a:gs pos="100000">
              <a:schemeClr val="dk1"/>
            </a:gs>
          </a:gsLst>
          <a:lin ang="18900732" scaled="0"/>
        </a:gradFill>
        <a:effectLst/>
      </p:bgPr>
    </p:bg>
    <p:spTree>
      <p:nvGrpSpPr>
        <p:cNvPr id="1" name="Shape 1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05" name="Google Shape;11005;p24"/>
          <p:cNvGrpSpPr/>
          <p:nvPr/>
        </p:nvGrpSpPr>
        <p:grpSpPr>
          <a:xfrm rot="10800000" flipH="1">
            <a:off x="-82849" y="56"/>
            <a:ext cx="9363767" cy="2555558"/>
            <a:chOff x="1851250" y="1720850"/>
            <a:chExt cx="3539775" cy="966075"/>
          </a:xfrm>
        </p:grpSpPr>
        <p:sp>
          <p:nvSpPr>
            <p:cNvPr id="11006" name="Google Shape;11006;p24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7" name="Google Shape;11007;p24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8" name="Google Shape;11008;p24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9" name="Google Shape;11009;p24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0" name="Google Shape;11010;p24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1" name="Google Shape;11011;p24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2" name="Google Shape;11012;p24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3" name="Google Shape;11013;p24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4" name="Google Shape;11014;p24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5" name="Google Shape;11015;p24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6" name="Google Shape;11016;p24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7" name="Google Shape;11017;p24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8" name="Google Shape;11018;p24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9" name="Google Shape;11019;p24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0" name="Google Shape;11020;p24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1" name="Google Shape;11021;p24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2" name="Google Shape;11022;p24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3" name="Google Shape;11023;p24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4" name="Google Shape;11024;p24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5" name="Google Shape;11025;p24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6" name="Google Shape;11026;p24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7" name="Google Shape;11027;p24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8" name="Google Shape;11028;p24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9" name="Google Shape;11029;p24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0" name="Google Shape;11030;p24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1" name="Google Shape;11031;p24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2" name="Google Shape;11032;p24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3" name="Google Shape;11033;p24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4" name="Google Shape;11034;p24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5" name="Google Shape;11035;p24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6" name="Google Shape;11036;p24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7" name="Google Shape;11037;p24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8" name="Google Shape;11038;p24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9" name="Google Shape;11039;p24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0" name="Google Shape;11040;p24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1" name="Google Shape;11041;p24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2" name="Google Shape;11042;p24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3" name="Google Shape;11043;p24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4" name="Google Shape;11044;p24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5" name="Google Shape;11045;p24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6" name="Google Shape;11046;p24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7" name="Google Shape;11047;p24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8" name="Google Shape;11048;p24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9" name="Google Shape;11049;p24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0" name="Google Shape;11050;p24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1" name="Google Shape;11051;p24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2" name="Google Shape;11052;p24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3" name="Google Shape;11053;p24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4" name="Google Shape;11054;p24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5" name="Google Shape;11055;p24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6" name="Google Shape;11056;p24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7" name="Google Shape;11057;p24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8" name="Google Shape;11058;p24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9" name="Google Shape;11059;p24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0" name="Google Shape;11060;p24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1" name="Google Shape;11061;p24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2" name="Google Shape;11062;p24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3" name="Google Shape;11063;p24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4" name="Google Shape;11064;p24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5" name="Google Shape;11065;p24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6" name="Google Shape;11066;p24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7" name="Google Shape;11067;p24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8" name="Google Shape;11068;p24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9" name="Google Shape;11069;p24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0" name="Google Shape;11070;p24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1" name="Google Shape;11071;p24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2" name="Google Shape;11072;p24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3" name="Google Shape;11073;p24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4" name="Google Shape;11074;p24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5" name="Google Shape;11075;p24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6" name="Google Shape;11076;p24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7" name="Google Shape;11077;p24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8" name="Google Shape;11078;p24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9" name="Google Shape;11079;p24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0" name="Google Shape;11080;p24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1" name="Google Shape;11081;p24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2" name="Google Shape;11082;p24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3" name="Google Shape;11083;p24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4" name="Google Shape;11084;p24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5" name="Google Shape;11085;p24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6" name="Google Shape;11086;p24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7" name="Google Shape;11087;p24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8" name="Google Shape;11088;p24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9" name="Google Shape;11089;p24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0" name="Google Shape;11090;p24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1" name="Google Shape;11091;p24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2" name="Google Shape;11092;p24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3" name="Google Shape;11093;p24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4" name="Google Shape;11094;p24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5" name="Google Shape;11095;p24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6" name="Google Shape;11096;p24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7" name="Google Shape;11097;p24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8" name="Google Shape;11098;p24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9" name="Google Shape;11099;p24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0" name="Google Shape;11100;p24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1" name="Google Shape;11101;p24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2" name="Google Shape;11102;p24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3" name="Google Shape;11103;p24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4" name="Google Shape;11104;p24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5" name="Google Shape;11105;p24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6" name="Google Shape;11106;p24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7" name="Google Shape;11107;p24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8" name="Google Shape;11108;p24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9" name="Google Shape;11109;p24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0" name="Google Shape;11110;p24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1" name="Google Shape;11111;p24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2" name="Google Shape;11112;p24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3" name="Google Shape;11113;p24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4" name="Google Shape;11114;p24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5" name="Google Shape;11115;p24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6" name="Google Shape;11116;p24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7" name="Google Shape;11117;p24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8" name="Google Shape;11118;p24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9" name="Google Shape;11119;p24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0" name="Google Shape;11120;p24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1" name="Google Shape;11121;p24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2" name="Google Shape;11122;p24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3" name="Google Shape;11123;p24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4" name="Google Shape;11124;p24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5" name="Google Shape;11125;p24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6" name="Google Shape;11126;p24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7" name="Google Shape;11127;p24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8" name="Google Shape;11128;p24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9" name="Google Shape;11129;p24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0" name="Google Shape;11130;p24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1" name="Google Shape;11131;p24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2" name="Google Shape;11132;p24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3" name="Google Shape;11133;p24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4" name="Google Shape;11134;p24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5" name="Google Shape;11135;p24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6" name="Google Shape;11136;p24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7" name="Google Shape;11137;p24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8" name="Google Shape;11138;p24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9" name="Google Shape;11139;p24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0" name="Google Shape;11140;p24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1" name="Google Shape;11141;p24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2" name="Google Shape;11142;p24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3" name="Google Shape;11143;p24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4" name="Google Shape;11144;p24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5" name="Google Shape;11145;p24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6" name="Google Shape;11146;p24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7" name="Google Shape;11147;p24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8" name="Google Shape;11148;p24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9" name="Google Shape;11149;p24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0" name="Google Shape;11150;p24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1" name="Google Shape;11151;p24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2" name="Google Shape;11152;p24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3" name="Google Shape;11153;p24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4" name="Google Shape;11154;p24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5" name="Google Shape;11155;p24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6" name="Google Shape;11156;p24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7" name="Google Shape;11157;p24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8" name="Google Shape;11158;p24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9" name="Google Shape;11159;p24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0" name="Google Shape;11160;p24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1" name="Google Shape;11161;p24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2" name="Google Shape;11162;p24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3" name="Google Shape;11163;p24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4" name="Google Shape;11164;p24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5" name="Google Shape;11165;p24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6" name="Google Shape;11166;p24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7" name="Google Shape;11167;p24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8" name="Google Shape;11168;p24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9" name="Google Shape;11169;p24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0" name="Google Shape;11170;p24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1" name="Google Shape;11171;p24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2" name="Google Shape;11172;p24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3" name="Google Shape;11173;p24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4" name="Google Shape;11174;p24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5" name="Google Shape;11175;p24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6" name="Google Shape;11176;p24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7" name="Google Shape;11177;p24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8" name="Google Shape;11178;p24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9" name="Google Shape;11179;p24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0" name="Google Shape;11180;p24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1" name="Google Shape;11181;p24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2" name="Google Shape;11182;p24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3" name="Google Shape;11183;p24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4" name="Google Shape;11184;p24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5" name="Google Shape;11185;p24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6" name="Google Shape;11186;p24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7" name="Google Shape;11187;p24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8" name="Google Shape;11188;p24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9" name="Google Shape;11189;p24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0" name="Google Shape;11190;p24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1" name="Google Shape;11191;p24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2" name="Google Shape;11192;p24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3" name="Google Shape;11193;p24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4" name="Google Shape;11194;p24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5" name="Google Shape;11195;p24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6" name="Google Shape;11196;p24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7" name="Google Shape;11197;p24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8" name="Google Shape;11198;p24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9" name="Google Shape;11199;p24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0" name="Google Shape;11200;p24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1" name="Google Shape;11201;p24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2" name="Google Shape;11202;p24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3" name="Google Shape;11203;p24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4" name="Google Shape;11204;p24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5" name="Google Shape;11205;p24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6" name="Google Shape;11206;p24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7" name="Google Shape;11207;p24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8" name="Google Shape;11208;p24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9" name="Google Shape;11209;p24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0" name="Google Shape;11210;p24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1" name="Google Shape;11211;p24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2" name="Google Shape;11212;p24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3" name="Google Shape;11213;p24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4" name="Google Shape;11214;p24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5" name="Google Shape;11215;p24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6" name="Google Shape;11216;p24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7" name="Google Shape;11217;p24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8" name="Google Shape;11218;p24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9" name="Google Shape;11219;p24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0" name="Google Shape;11220;p24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1" name="Google Shape;11221;p24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2" name="Google Shape;11222;p24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3" name="Google Shape;11223;p24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4" name="Google Shape;11224;p24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5" name="Google Shape;11225;p24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6" name="Google Shape;11226;p24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7" name="Google Shape;11227;p24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8" name="Google Shape;11228;p24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9" name="Google Shape;11229;p24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0" name="Google Shape;11230;p24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1" name="Google Shape;11231;p24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2" name="Google Shape;11232;p24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3" name="Google Shape;11233;p24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4" name="Google Shape;11234;p24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5" name="Google Shape;11235;p24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6" name="Google Shape;11236;p24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7" name="Google Shape;11237;p24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8" name="Google Shape;11238;p24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9" name="Google Shape;11239;p24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0" name="Google Shape;11240;p24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1" name="Google Shape;11241;p24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2" name="Google Shape;11242;p24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3" name="Google Shape;11243;p24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4" name="Google Shape;11244;p24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5" name="Google Shape;11245;p24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6" name="Google Shape;11246;p24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7" name="Google Shape;11247;p24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8" name="Google Shape;11248;p24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9" name="Google Shape;11249;p24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0" name="Google Shape;11250;p24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1" name="Google Shape;11251;p24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2" name="Google Shape;11252;p24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3" name="Google Shape;11253;p24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4" name="Google Shape;11254;p24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5" name="Google Shape;11255;p24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6" name="Google Shape;11256;p24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7" name="Google Shape;11257;p24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8" name="Google Shape;11258;p24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9" name="Google Shape;11259;p24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0" name="Google Shape;11260;p24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1" name="Google Shape;11261;p24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2" name="Google Shape;11262;p24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3" name="Google Shape;11263;p24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4" name="Google Shape;11264;p24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5" name="Google Shape;11265;p24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6" name="Google Shape;11266;p24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7" name="Google Shape;11267;p24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8" name="Google Shape;11268;p24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9" name="Google Shape;11269;p24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0" name="Google Shape;11270;p24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1" name="Google Shape;11271;p24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2" name="Google Shape;11272;p24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3" name="Google Shape;11273;p24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4" name="Google Shape;11274;p24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5" name="Google Shape;11275;p24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6" name="Google Shape;11276;p24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7" name="Google Shape;11277;p24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8" name="Google Shape;11278;p24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9" name="Google Shape;11279;p24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0" name="Google Shape;11280;p24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1" name="Google Shape;11281;p24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2" name="Google Shape;11282;p24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3" name="Google Shape;11283;p24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4" name="Google Shape;11284;p24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5" name="Google Shape;11285;p24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6" name="Google Shape;11286;p24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7" name="Google Shape;11287;p24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8" name="Google Shape;11288;p24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9" name="Google Shape;11289;p24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0" name="Google Shape;11290;p24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1" name="Google Shape;11291;p24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2" name="Google Shape;11292;p24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3" name="Google Shape;11293;p24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4" name="Google Shape;11294;p24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5" name="Google Shape;11295;p24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6" name="Google Shape;11296;p24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7" name="Google Shape;11297;p24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8" name="Google Shape;11298;p24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9" name="Google Shape;11299;p24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0" name="Google Shape;11300;p24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1" name="Google Shape;11301;p24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2" name="Google Shape;11302;p24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3" name="Google Shape;11303;p24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4" name="Google Shape;11304;p24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5" name="Google Shape;11305;p24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6" name="Google Shape;11306;p24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7" name="Google Shape;11307;p24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8" name="Google Shape;11308;p24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9" name="Google Shape;11309;p24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0" name="Google Shape;11310;p24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1" name="Google Shape;11311;p24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2" name="Google Shape;11312;p24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3" name="Google Shape;11313;p24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4" name="Google Shape;11314;p24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5" name="Google Shape;11315;p24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6" name="Google Shape;11316;p24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7" name="Google Shape;11317;p24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8" name="Google Shape;11318;p24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9" name="Google Shape;11319;p24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0" name="Google Shape;11320;p24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1" name="Google Shape;11321;p24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22" name="Google Shape;11322;p24"/>
          <p:cNvGrpSpPr/>
          <p:nvPr/>
        </p:nvGrpSpPr>
        <p:grpSpPr>
          <a:xfrm rot="10800000" flipH="1">
            <a:off x="41785" y="2974626"/>
            <a:ext cx="9143721" cy="2251922"/>
            <a:chOff x="-347225" y="-1310325"/>
            <a:chExt cx="7672194" cy="1889514"/>
          </a:xfrm>
        </p:grpSpPr>
        <p:sp>
          <p:nvSpPr>
            <p:cNvPr id="11323" name="Google Shape;11323;p24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4" name="Google Shape;11324;p24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5" name="Google Shape;11325;p24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6" name="Google Shape;11326;p24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7" name="Google Shape;11327;p24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8" name="Google Shape;11328;p24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9" name="Google Shape;11329;p24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0" name="Google Shape;11330;p24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1" name="Google Shape;11331;p24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2" name="Google Shape;11332;p24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3" name="Google Shape;11333;p24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4" name="Google Shape;11334;p24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5" name="Google Shape;11335;p24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6" name="Google Shape;11336;p24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7" name="Google Shape;11337;p24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8" name="Google Shape;11338;p24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9" name="Google Shape;11339;p24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0" name="Google Shape;11340;p24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1" name="Google Shape;11341;p24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2" name="Google Shape;11342;p24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3" name="Google Shape;11343;p24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4" name="Google Shape;11344;p24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5" name="Google Shape;11345;p24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6" name="Google Shape;11346;p24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7" name="Google Shape;11347;p24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8" name="Google Shape;11348;p24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9" name="Google Shape;11349;p24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0" name="Google Shape;11350;p24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1" name="Google Shape;11351;p24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2" name="Google Shape;11352;p24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3" name="Google Shape;11353;p24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4" name="Google Shape;11354;p24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5" name="Google Shape;11355;p24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6" name="Google Shape;11356;p24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7" name="Google Shape;11357;p24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8" name="Google Shape;11358;p24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9" name="Google Shape;11359;p24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0" name="Google Shape;11360;p24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1" name="Google Shape;11361;p24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2" name="Google Shape;11362;p24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3" name="Google Shape;11363;p24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4" name="Google Shape;11364;p24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5" name="Google Shape;11365;p24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6" name="Google Shape;11366;p24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7" name="Google Shape;11367;p24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8" name="Google Shape;11368;p24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9" name="Google Shape;11369;p24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0" name="Google Shape;11370;p24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1" name="Google Shape;11371;p24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2" name="Google Shape;11372;p24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3" name="Google Shape;11373;p24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4" name="Google Shape;11374;p24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5" name="Google Shape;11375;p24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6" name="Google Shape;11376;p24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7" name="Google Shape;11377;p24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8" name="Google Shape;11378;p24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9" name="Google Shape;11379;p24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0" name="Google Shape;11380;p24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1" name="Google Shape;11381;p24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2" name="Google Shape;11382;p24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3" name="Google Shape;11383;p24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4" name="Google Shape;11384;p24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5" name="Google Shape;11385;p24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6" name="Google Shape;11386;p24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7" name="Google Shape;11387;p24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8" name="Google Shape;11388;p24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9" name="Google Shape;11389;p24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0" name="Google Shape;11390;p24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1" name="Google Shape;11391;p24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2" name="Google Shape;11392;p24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3" name="Google Shape;11393;p24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4" name="Google Shape;11394;p24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5" name="Google Shape;11395;p24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6" name="Google Shape;11396;p24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7" name="Google Shape;11397;p24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8" name="Google Shape;11398;p24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9" name="Google Shape;11399;p24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0" name="Google Shape;11400;p24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1" name="Google Shape;11401;p24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2" name="Google Shape;11402;p24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3" name="Google Shape;11403;p24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4" name="Google Shape;11404;p24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5" name="Google Shape;11405;p24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6" name="Google Shape;11406;p24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7" name="Google Shape;11407;p24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8" name="Google Shape;11408;p24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9" name="Google Shape;11409;p24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0" name="Google Shape;11410;p24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1" name="Google Shape;11411;p24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2" name="Google Shape;11412;p24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3" name="Google Shape;11413;p24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4" name="Google Shape;11414;p24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5" name="Google Shape;11415;p24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6" name="Google Shape;11416;p24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7" name="Google Shape;11417;p24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8" name="Google Shape;11418;p24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9" name="Google Shape;11419;p24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0" name="Google Shape;11420;p24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1" name="Google Shape;11421;p24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2" name="Google Shape;11422;p24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3" name="Google Shape;11423;p24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4" name="Google Shape;11424;p24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5" name="Google Shape;11425;p24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6" name="Google Shape;11426;p24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7" name="Google Shape;11427;p24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8" name="Google Shape;11428;p24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9" name="Google Shape;11429;p24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0" name="Google Shape;11430;p24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1" name="Google Shape;11431;p24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2" name="Google Shape;11432;p24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3" name="Google Shape;11433;p24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4" name="Google Shape;11434;p24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5" name="Google Shape;11435;p24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6" name="Google Shape;11436;p24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7" name="Google Shape;11437;p24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8" name="Google Shape;11438;p24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9" name="Google Shape;11439;p24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0" name="Google Shape;11440;p24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1" name="Google Shape;11441;p24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2" name="Google Shape;11442;p24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3" name="Google Shape;11443;p24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4" name="Google Shape;11444;p24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5" name="Google Shape;11445;p24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6" name="Google Shape;11446;p24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7" name="Google Shape;11447;p24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8" name="Google Shape;11448;p24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9" name="Google Shape;11449;p24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0" name="Google Shape;11450;p24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1" name="Google Shape;11451;p24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2" name="Google Shape;11452;p24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3" name="Google Shape;11453;p24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54" name="Google Shape;11454;p24"/>
          <p:cNvGrpSpPr/>
          <p:nvPr/>
        </p:nvGrpSpPr>
        <p:grpSpPr>
          <a:xfrm>
            <a:off x="-31476" y="4719701"/>
            <a:ext cx="9206952" cy="461886"/>
            <a:chOff x="12" y="4706850"/>
            <a:chExt cx="9519181" cy="461886"/>
          </a:xfrm>
        </p:grpSpPr>
        <p:sp>
          <p:nvSpPr>
            <p:cNvPr id="11455" name="Google Shape;11455;p24"/>
            <p:cNvSpPr/>
            <p:nvPr/>
          </p:nvSpPr>
          <p:spPr>
            <a:xfrm>
              <a:off x="12" y="4900567"/>
              <a:ext cx="9493606" cy="235503"/>
            </a:xfrm>
            <a:custGeom>
              <a:avLst/>
              <a:gdLst/>
              <a:ahLst/>
              <a:cxnLst/>
              <a:rect l="l" t="t" r="r" b="b"/>
              <a:pathLst>
                <a:path w="140412" h="3483" extrusionOk="0">
                  <a:moveTo>
                    <a:pt x="0" y="0"/>
                  </a:moveTo>
                  <a:lnTo>
                    <a:pt x="0" y="3482"/>
                  </a:lnTo>
                  <a:lnTo>
                    <a:pt x="140411" y="3482"/>
                  </a:lnTo>
                  <a:lnTo>
                    <a:pt x="140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56" name="Google Shape;11456;p24"/>
            <p:cNvGrpSpPr/>
            <p:nvPr/>
          </p:nvGrpSpPr>
          <p:grpSpPr>
            <a:xfrm>
              <a:off x="1209078" y="4884373"/>
              <a:ext cx="258320" cy="284364"/>
              <a:chOff x="-95938" y="5196046"/>
              <a:chExt cx="289499" cy="318687"/>
            </a:xfrm>
          </p:grpSpPr>
          <p:sp>
            <p:nvSpPr>
              <p:cNvPr id="11457" name="Google Shape;11457;p2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8" name="Google Shape;11458;p2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9" name="Google Shape;11459;p2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0" name="Google Shape;11460;p2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1" name="Google Shape;11461;p2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62" name="Google Shape;11462;p24"/>
            <p:cNvGrpSpPr/>
            <p:nvPr/>
          </p:nvGrpSpPr>
          <p:grpSpPr>
            <a:xfrm>
              <a:off x="500999" y="4884373"/>
              <a:ext cx="258320" cy="284364"/>
              <a:chOff x="-95938" y="5196046"/>
              <a:chExt cx="289499" cy="318687"/>
            </a:xfrm>
          </p:grpSpPr>
          <p:sp>
            <p:nvSpPr>
              <p:cNvPr id="11463" name="Google Shape;11463;p2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4" name="Google Shape;11464;p2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5" name="Google Shape;11465;p2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6" name="Google Shape;11466;p2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7" name="Google Shape;11467;p2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468" name="Google Shape;11468;p24"/>
            <p:cNvSpPr/>
            <p:nvPr/>
          </p:nvSpPr>
          <p:spPr>
            <a:xfrm>
              <a:off x="12" y="4706850"/>
              <a:ext cx="9493606" cy="193785"/>
            </a:xfrm>
            <a:custGeom>
              <a:avLst/>
              <a:gdLst/>
              <a:ahLst/>
              <a:cxnLst/>
              <a:rect l="l" t="t" r="r" b="b"/>
              <a:pathLst>
                <a:path w="140412" h="2866" extrusionOk="0">
                  <a:moveTo>
                    <a:pt x="140411" y="2191"/>
                  </a:moveTo>
                  <a:lnTo>
                    <a:pt x="136648" y="1"/>
                  </a:lnTo>
                  <a:lnTo>
                    <a:pt x="3089" y="1"/>
                  </a:lnTo>
                  <a:lnTo>
                    <a:pt x="0" y="2247"/>
                  </a:lnTo>
                  <a:lnTo>
                    <a:pt x="0" y="2865"/>
                  </a:lnTo>
                  <a:lnTo>
                    <a:pt x="140411" y="286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69" name="Google Shape;11469;p24"/>
            <p:cNvGrpSpPr/>
            <p:nvPr/>
          </p:nvGrpSpPr>
          <p:grpSpPr>
            <a:xfrm>
              <a:off x="1917157" y="4884373"/>
              <a:ext cx="258320" cy="284364"/>
              <a:chOff x="-95938" y="5196046"/>
              <a:chExt cx="289499" cy="318687"/>
            </a:xfrm>
          </p:grpSpPr>
          <p:sp>
            <p:nvSpPr>
              <p:cNvPr id="11470" name="Google Shape;11470;p2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1" name="Google Shape;11471;p2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2" name="Google Shape;11472;p2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3" name="Google Shape;11473;p2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4" name="Google Shape;11474;p2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75" name="Google Shape;11475;p24"/>
            <p:cNvGrpSpPr/>
            <p:nvPr/>
          </p:nvGrpSpPr>
          <p:grpSpPr>
            <a:xfrm>
              <a:off x="2625237" y="4884373"/>
              <a:ext cx="258320" cy="284364"/>
              <a:chOff x="-95938" y="5196046"/>
              <a:chExt cx="289499" cy="318687"/>
            </a:xfrm>
          </p:grpSpPr>
          <p:sp>
            <p:nvSpPr>
              <p:cNvPr id="11476" name="Google Shape;11476;p2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7" name="Google Shape;11477;p2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8" name="Google Shape;11478;p2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9" name="Google Shape;11479;p2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0" name="Google Shape;11480;p2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1" name="Google Shape;11481;p24"/>
            <p:cNvGrpSpPr/>
            <p:nvPr/>
          </p:nvGrpSpPr>
          <p:grpSpPr>
            <a:xfrm>
              <a:off x="3333316" y="4884373"/>
              <a:ext cx="258320" cy="284364"/>
              <a:chOff x="-95938" y="5196046"/>
              <a:chExt cx="289499" cy="318687"/>
            </a:xfrm>
          </p:grpSpPr>
          <p:sp>
            <p:nvSpPr>
              <p:cNvPr id="11482" name="Google Shape;11482;p2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3" name="Google Shape;11483;p2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4" name="Google Shape;11484;p2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5" name="Google Shape;11485;p2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6" name="Google Shape;11486;p2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7" name="Google Shape;11487;p24"/>
            <p:cNvGrpSpPr/>
            <p:nvPr/>
          </p:nvGrpSpPr>
          <p:grpSpPr>
            <a:xfrm>
              <a:off x="4041396" y="4884373"/>
              <a:ext cx="258320" cy="284364"/>
              <a:chOff x="-95938" y="5196046"/>
              <a:chExt cx="289499" cy="318687"/>
            </a:xfrm>
          </p:grpSpPr>
          <p:sp>
            <p:nvSpPr>
              <p:cNvPr id="11488" name="Google Shape;11488;p2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9" name="Google Shape;11489;p2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0" name="Google Shape;11490;p2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1" name="Google Shape;11491;p2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2" name="Google Shape;11492;p2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93" name="Google Shape;11493;p24"/>
            <p:cNvGrpSpPr/>
            <p:nvPr/>
          </p:nvGrpSpPr>
          <p:grpSpPr>
            <a:xfrm>
              <a:off x="4749475" y="4884373"/>
              <a:ext cx="258320" cy="284364"/>
              <a:chOff x="-95938" y="5196046"/>
              <a:chExt cx="289499" cy="318687"/>
            </a:xfrm>
          </p:grpSpPr>
          <p:sp>
            <p:nvSpPr>
              <p:cNvPr id="11494" name="Google Shape;11494;p2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5" name="Google Shape;11495;p2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6" name="Google Shape;11496;p2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7" name="Google Shape;11497;p2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8" name="Google Shape;11498;p2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99" name="Google Shape;11499;p24"/>
            <p:cNvGrpSpPr/>
            <p:nvPr/>
          </p:nvGrpSpPr>
          <p:grpSpPr>
            <a:xfrm>
              <a:off x="5457554" y="4884373"/>
              <a:ext cx="258320" cy="284364"/>
              <a:chOff x="-95938" y="5196046"/>
              <a:chExt cx="289499" cy="318687"/>
            </a:xfrm>
          </p:grpSpPr>
          <p:sp>
            <p:nvSpPr>
              <p:cNvPr id="11500" name="Google Shape;11500;p2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1" name="Google Shape;11501;p2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2" name="Google Shape;11502;p2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3" name="Google Shape;11503;p2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4" name="Google Shape;11504;p2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05" name="Google Shape;11505;p24"/>
            <p:cNvGrpSpPr/>
            <p:nvPr/>
          </p:nvGrpSpPr>
          <p:grpSpPr>
            <a:xfrm>
              <a:off x="6165634" y="4884373"/>
              <a:ext cx="258320" cy="284364"/>
              <a:chOff x="-95938" y="5196046"/>
              <a:chExt cx="289499" cy="318687"/>
            </a:xfrm>
          </p:grpSpPr>
          <p:sp>
            <p:nvSpPr>
              <p:cNvPr id="11506" name="Google Shape;11506;p2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7" name="Google Shape;11507;p2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8" name="Google Shape;11508;p2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9" name="Google Shape;11509;p2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0" name="Google Shape;11510;p2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11" name="Google Shape;11511;p24"/>
            <p:cNvGrpSpPr/>
            <p:nvPr/>
          </p:nvGrpSpPr>
          <p:grpSpPr>
            <a:xfrm>
              <a:off x="6873713" y="4884373"/>
              <a:ext cx="258320" cy="284364"/>
              <a:chOff x="-95938" y="5196046"/>
              <a:chExt cx="289499" cy="318687"/>
            </a:xfrm>
          </p:grpSpPr>
          <p:sp>
            <p:nvSpPr>
              <p:cNvPr id="11512" name="Google Shape;11512;p2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3" name="Google Shape;11513;p2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4" name="Google Shape;11514;p2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5" name="Google Shape;11515;p2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6" name="Google Shape;11516;p2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17" name="Google Shape;11517;p24"/>
            <p:cNvGrpSpPr/>
            <p:nvPr/>
          </p:nvGrpSpPr>
          <p:grpSpPr>
            <a:xfrm>
              <a:off x="7581793" y="4884373"/>
              <a:ext cx="258320" cy="284364"/>
              <a:chOff x="-95938" y="5196046"/>
              <a:chExt cx="289499" cy="318687"/>
            </a:xfrm>
          </p:grpSpPr>
          <p:sp>
            <p:nvSpPr>
              <p:cNvPr id="11518" name="Google Shape;11518;p2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9" name="Google Shape;11519;p2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0" name="Google Shape;11520;p2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1" name="Google Shape;11521;p2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2" name="Google Shape;11522;p2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23" name="Google Shape;11523;p24"/>
            <p:cNvGrpSpPr/>
            <p:nvPr/>
          </p:nvGrpSpPr>
          <p:grpSpPr>
            <a:xfrm>
              <a:off x="8289872" y="4884373"/>
              <a:ext cx="258320" cy="284364"/>
              <a:chOff x="-95938" y="5196046"/>
              <a:chExt cx="289499" cy="318687"/>
            </a:xfrm>
          </p:grpSpPr>
          <p:sp>
            <p:nvSpPr>
              <p:cNvPr id="11524" name="Google Shape;11524;p2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5" name="Google Shape;11525;p2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6" name="Google Shape;11526;p2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7" name="Google Shape;11527;p2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8" name="Google Shape;11528;p2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29" name="Google Shape;11529;p24"/>
            <p:cNvGrpSpPr/>
            <p:nvPr/>
          </p:nvGrpSpPr>
          <p:grpSpPr>
            <a:xfrm>
              <a:off x="8997951" y="4884373"/>
              <a:ext cx="258320" cy="284364"/>
              <a:chOff x="-95938" y="5196046"/>
              <a:chExt cx="289499" cy="318687"/>
            </a:xfrm>
          </p:grpSpPr>
          <p:sp>
            <p:nvSpPr>
              <p:cNvPr id="11530" name="Google Shape;11530;p2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1" name="Google Shape;11531;p2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2" name="Google Shape;11532;p2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3" name="Google Shape;11533;p2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4" name="Google Shape;11534;p2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535" name="Google Shape;11535;p24"/>
            <p:cNvSpPr/>
            <p:nvPr/>
          </p:nvSpPr>
          <p:spPr>
            <a:xfrm>
              <a:off x="12" y="4896780"/>
              <a:ext cx="9519181" cy="79786"/>
            </a:xfrm>
            <a:custGeom>
              <a:avLst/>
              <a:gdLst/>
              <a:ahLst/>
              <a:cxnLst/>
              <a:rect l="l" t="t" r="r" b="b"/>
              <a:pathLst>
                <a:path w="122327" h="1180" extrusionOk="0">
                  <a:moveTo>
                    <a:pt x="122045" y="0"/>
                  </a:moveTo>
                  <a:lnTo>
                    <a:pt x="0" y="56"/>
                  </a:lnTo>
                  <a:lnTo>
                    <a:pt x="0" y="1179"/>
                  </a:lnTo>
                  <a:lnTo>
                    <a:pt x="122326" y="117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36" name="Google Shape;11536;p24"/>
          <p:cNvSpPr txBox="1">
            <a:spLocks noGrp="1"/>
          </p:cNvSpPr>
          <p:nvPr>
            <p:ph type="title"/>
          </p:nvPr>
        </p:nvSpPr>
        <p:spPr>
          <a:xfrm>
            <a:off x="714675" y="4450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537" name="Google Shape;11537;p24"/>
          <p:cNvGrpSpPr/>
          <p:nvPr/>
        </p:nvGrpSpPr>
        <p:grpSpPr>
          <a:xfrm>
            <a:off x="1511250" y="4550353"/>
            <a:ext cx="5397758" cy="274805"/>
            <a:chOff x="1511250" y="4550353"/>
            <a:chExt cx="5397758" cy="274805"/>
          </a:xfrm>
        </p:grpSpPr>
        <p:grpSp>
          <p:nvGrpSpPr>
            <p:cNvPr id="11538" name="Google Shape;11538;p24"/>
            <p:cNvGrpSpPr/>
            <p:nvPr/>
          </p:nvGrpSpPr>
          <p:grpSpPr>
            <a:xfrm>
              <a:off x="6192950" y="4703803"/>
              <a:ext cx="431170" cy="98900"/>
              <a:chOff x="4059350" y="4661075"/>
              <a:chExt cx="431170" cy="98900"/>
            </a:xfrm>
          </p:grpSpPr>
          <p:sp>
            <p:nvSpPr>
              <p:cNvPr id="11539" name="Google Shape;11539;p24"/>
              <p:cNvSpPr/>
              <p:nvPr/>
            </p:nvSpPr>
            <p:spPr>
              <a:xfrm>
                <a:off x="4090850" y="4661075"/>
                <a:ext cx="80909" cy="98898"/>
              </a:xfrm>
              <a:custGeom>
                <a:avLst/>
                <a:gdLst/>
                <a:ahLst/>
                <a:cxnLst/>
                <a:rect l="l" t="t" r="r" b="b"/>
                <a:pathLst>
                  <a:path w="1012" h="1237" extrusionOk="0">
                    <a:moveTo>
                      <a:pt x="0" y="1236"/>
                    </a:moveTo>
                    <a:lnTo>
                      <a:pt x="0" y="1"/>
                    </a:lnTo>
                    <a:lnTo>
                      <a:pt x="1011" y="1"/>
                    </a:lnTo>
                    <a:lnTo>
                      <a:pt x="1011" y="123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540" name="Google Shape;11540;p24"/>
              <p:cNvGrpSpPr/>
              <p:nvPr/>
            </p:nvGrpSpPr>
            <p:grpSpPr>
              <a:xfrm>
                <a:off x="4059350" y="4661075"/>
                <a:ext cx="431170" cy="98900"/>
                <a:chOff x="4059350" y="4661075"/>
                <a:chExt cx="431170" cy="98900"/>
              </a:xfrm>
            </p:grpSpPr>
            <p:sp>
              <p:nvSpPr>
                <p:cNvPr id="11541" name="Google Shape;11541;p24"/>
                <p:cNvSpPr/>
                <p:nvPr/>
              </p:nvSpPr>
              <p:spPr>
                <a:xfrm>
                  <a:off x="4171680" y="4661075"/>
                  <a:ext cx="318841" cy="98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88" h="1237" extrusionOk="0">
                      <a:moveTo>
                        <a:pt x="0" y="1236"/>
                      </a:moveTo>
                      <a:lnTo>
                        <a:pt x="0" y="1"/>
                      </a:lnTo>
                      <a:lnTo>
                        <a:pt x="3988" y="1"/>
                      </a:lnTo>
                      <a:lnTo>
                        <a:pt x="3988" y="118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42" name="Google Shape;11542;p24"/>
                <p:cNvSpPr/>
                <p:nvPr/>
              </p:nvSpPr>
              <p:spPr>
                <a:xfrm>
                  <a:off x="4059350" y="4661075"/>
                  <a:ext cx="31580" cy="98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" h="1237" extrusionOk="0">
                      <a:moveTo>
                        <a:pt x="1" y="1236"/>
                      </a:moveTo>
                      <a:lnTo>
                        <a:pt x="1" y="1"/>
                      </a:lnTo>
                      <a:lnTo>
                        <a:pt x="394" y="1"/>
                      </a:lnTo>
                      <a:lnTo>
                        <a:pt x="394" y="123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43" name="Google Shape;11543;p24"/>
                <p:cNvSpPr/>
                <p:nvPr/>
              </p:nvSpPr>
              <p:spPr>
                <a:xfrm>
                  <a:off x="4176157" y="4737429"/>
                  <a:ext cx="314363" cy="225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2" h="282" extrusionOk="0">
                      <a:moveTo>
                        <a:pt x="3932" y="0"/>
                      </a:moveTo>
                      <a:lnTo>
                        <a:pt x="3932" y="225"/>
                      </a:lnTo>
                      <a:lnTo>
                        <a:pt x="0" y="28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FF0F1">
                    <a:alpha val="21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44" name="Google Shape;11544;p24"/>
                <p:cNvSpPr/>
                <p:nvPr/>
              </p:nvSpPr>
              <p:spPr>
                <a:xfrm>
                  <a:off x="4063907" y="4737429"/>
                  <a:ext cx="27023" cy="225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" h="282" extrusionOk="0">
                      <a:moveTo>
                        <a:pt x="337" y="0"/>
                      </a:moveTo>
                      <a:lnTo>
                        <a:pt x="337" y="281"/>
                      </a:lnTo>
                      <a:lnTo>
                        <a:pt x="0" y="28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FF0F1">
                    <a:alpha val="21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1545" name="Google Shape;11545;p24"/>
            <p:cNvGrpSpPr/>
            <p:nvPr/>
          </p:nvGrpSpPr>
          <p:grpSpPr>
            <a:xfrm>
              <a:off x="1870293" y="4721052"/>
              <a:ext cx="356261" cy="81650"/>
              <a:chOff x="1962943" y="5517637"/>
              <a:chExt cx="356261" cy="81650"/>
            </a:xfrm>
          </p:grpSpPr>
          <p:sp>
            <p:nvSpPr>
              <p:cNvPr id="11546" name="Google Shape;11546;p24"/>
              <p:cNvSpPr/>
              <p:nvPr/>
            </p:nvSpPr>
            <p:spPr>
              <a:xfrm>
                <a:off x="1985205" y="5517637"/>
                <a:ext cx="70552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236" extrusionOk="0">
                    <a:moveTo>
                      <a:pt x="57" y="1236"/>
                    </a:moveTo>
                    <a:lnTo>
                      <a:pt x="0" y="0"/>
                    </a:lnTo>
                    <a:lnTo>
                      <a:pt x="1068" y="0"/>
                    </a:lnTo>
                    <a:lnTo>
                      <a:pt x="1068" y="123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7" name="Google Shape;11547;p24"/>
              <p:cNvSpPr/>
              <p:nvPr/>
            </p:nvSpPr>
            <p:spPr>
              <a:xfrm>
                <a:off x="2055690" y="5517637"/>
                <a:ext cx="263513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1236" extrusionOk="0">
                    <a:moveTo>
                      <a:pt x="1" y="1236"/>
                    </a:moveTo>
                    <a:lnTo>
                      <a:pt x="1" y="0"/>
                    </a:lnTo>
                    <a:lnTo>
                      <a:pt x="3988" y="0"/>
                    </a:lnTo>
                    <a:lnTo>
                      <a:pt x="3988" y="123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8" name="Google Shape;11548;p24"/>
              <p:cNvSpPr/>
              <p:nvPr/>
            </p:nvSpPr>
            <p:spPr>
              <a:xfrm>
                <a:off x="1962943" y="5517637"/>
                <a:ext cx="26028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236" extrusionOk="0">
                    <a:moveTo>
                      <a:pt x="0" y="1236"/>
                    </a:moveTo>
                    <a:lnTo>
                      <a:pt x="0" y="0"/>
                    </a:lnTo>
                    <a:lnTo>
                      <a:pt x="337" y="0"/>
                    </a:lnTo>
                    <a:lnTo>
                      <a:pt x="394" y="123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9" name="Google Shape;11549;p24"/>
              <p:cNvSpPr/>
              <p:nvPr/>
            </p:nvSpPr>
            <p:spPr>
              <a:xfrm>
                <a:off x="2055690" y="5580723"/>
                <a:ext cx="263513" cy="18563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281" extrusionOk="0">
                    <a:moveTo>
                      <a:pt x="3988" y="0"/>
                    </a:moveTo>
                    <a:lnTo>
                      <a:pt x="3988" y="281"/>
                    </a:lnTo>
                    <a:lnTo>
                      <a:pt x="1" y="28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0" name="Google Shape;11550;p24"/>
              <p:cNvSpPr/>
              <p:nvPr/>
            </p:nvSpPr>
            <p:spPr>
              <a:xfrm>
                <a:off x="1962943" y="5580723"/>
                <a:ext cx="26028" cy="18563"/>
              </a:xfrm>
              <a:custGeom>
                <a:avLst/>
                <a:gdLst/>
                <a:ahLst/>
                <a:cxnLst/>
                <a:rect l="l" t="t" r="r" b="b"/>
                <a:pathLst>
                  <a:path w="394" h="281" extrusionOk="0">
                    <a:moveTo>
                      <a:pt x="394" y="0"/>
                    </a:moveTo>
                    <a:lnTo>
                      <a:pt x="394" y="281"/>
                    </a:lnTo>
                    <a:lnTo>
                      <a:pt x="0" y="2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51" name="Google Shape;11551;p24"/>
            <p:cNvGrpSpPr/>
            <p:nvPr/>
          </p:nvGrpSpPr>
          <p:grpSpPr>
            <a:xfrm>
              <a:off x="1511250" y="4550353"/>
              <a:ext cx="252349" cy="252349"/>
              <a:chOff x="1647575" y="5358103"/>
              <a:chExt cx="252349" cy="252349"/>
            </a:xfrm>
          </p:grpSpPr>
          <p:sp>
            <p:nvSpPr>
              <p:cNvPr id="11552" name="Google Shape;11552;p24"/>
              <p:cNvSpPr/>
              <p:nvPr/>
            </p:nvSpPr>
            <p:spPr>
              <a:xfrm>
                <a:off x="1647575" y="5358103"/>
                <a:ext cx="252349" cy="25234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3707" y="2303"/>
                    </a:moveTo>
                    <a:cubicBezTo>
                      <a:pt x="3820" y="899"/>
                      <a:pt x="2247" y="0"/>
                      <a:pt x="1124" y="899"/>
                    </a:cubicBezTo>
                    <a:cubicBezTo>
                      <a:pt x="0" y="1741"/>
                      <a:pt x="506" y="3539"/>
                      <a:pt x="1910" y="3707"/>
                    </a:cubicBezTo>
                    <a:cubicBezTo>
                      <a:pt x="2809" y="3819"/>
                      <a:pt x="3595" y="3145"/>
                      <a:pt x="3707" y="230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3" name="Google Shape;11553;p24"/>
              <p:cNvSpPr/>
              <p:nvPr/>
            </p:nvSpPr>
            <p:spPr>
              <a:xfrm>
                <a:off x="1695798" y="5428588"/>
                <a:ext cx="163300" cy="141038"/>
              </a:xfrm>
              <a:custGeom>
                <a:avLst/>
                <a:gdLst/>
                <a:ahLst/>
                <a:cxnLst/>
                <a:rect l="l" t="t" r="r" b="b"/>
                <a:pathLst>
                  <a:path w="2472" h="2135" extrusionOk="0">
                    <a:moveTo>
                      <a:pt x="2416" y="1180"/>
                    </a:moveTo>
                    <a:cubicBezTo>
                      <a:pt x="2472" y="562"/>
                      <a:pt x="2079" y="57"/>
                      <a:pt x="1461" y="0"/>
                    </a:cubicBezTo>
                    <a:lnTo>
                      <a:pt x="1405" y="0"/>
                    </a:lnTo>
                    <a:cubicBezTo>
                      <a:pt x="1" y="0"/>
                      <a:pt x="1" y="2135"/>
                      <a:pt x="1405" y="2135"/>
                    </a:cubicBezTo>
                    <a:lnTo>
                      <a:pt x="1461" y="2135"/>
                    </a:lnTo>
                    <a:cubicBezTo>
                      <a:pt x="1966" y="2022"/>
                      <a:pt x="2360" y="1685"/>
                      <a:pt x="2416" y="1180"/>
                    </a:cubicBezTo>
                    <a:close/>
                  </a:path>
                </a:pathLst>
              </a:custGeom>
              <a:solidFill>
                <a:srgbClr val="EFF0F1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4" name="Google Shape;11554;p24"/>
              <p:cNvSpPr/>
              <p:nvPr/>
            </p:nvSpPr>
            <p:spPr>
              <a:xfrm>
                <a:off x="1740322" y="5450850"/>
                <a:ext cx="85416" cy="85416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1293" extrusionOk="0">
                    <a:moveTo>
                      <a:pt x="1236" y="787"/>
                    </a:moveTo>
                    <a:cubicBezTo>
                      <a:pt x="1292" y="281"/>
                      <a:pt x="731" y="0"/>
                      <a:pt x="394" y="281"/>
                    </a:cubicBezTo>
                    <a:cubicBezTo>
                      <a:pt x="1" y="618"/>
                      <a:pt x="169" y="1180"/>
                      <a:pt x="675" y="1236"/>
                    </a:cubicBezTo>
                    <a:cubicBezTo>
                      <a:pt x="955" y="1292"/>
                      <a:pt x="1180" y="1068"/>
                      <a:pt x="1236" y="78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5" name="Google Shape;11555;p24"/>
              <p:cNvSpPr/>
              <p:nvPr/>
            </p:nvSpPr>
            <p:spPr>
              <a:xfrm>
                <a:off x="1758885" y="5495374"/>
                <a:ext cx="22328" cy="22328"/>
              </a:xfrm>
              <a:custGeom>
                <a:avLst/>
                <a:gdLst/>
                <a:ahLst/>
                <a:cxnLst/>
                <a:rect l="l" t="t" r="r" b="b"/>
                <a:pathLst>
                  <a:path w="338" h="338" extrusionOk="0">
                    <a:moveTo>
                      <a:pt x="337" y="169"/>
                    </a:moveTo>
                    <a:cubicBezTo>
                      <a:pt x="337" y="113"/>
                      <a:pt x="281" y="0"/>
                      <a:pt x="225" y="0"/>
                    </a:cubicBezTo>
                    <a:cubicBezTo>
                      <a:pt x="113" y="0"/>
                      <a:pt x="57" y="57"/>
                      <a:pt x="57" y="169"/>
                    </a:cubicBezTo>
                    <a:cubicBezTo>
                      <a:pt x="0" y="225"/>
                      <a:pt x="57" y="337"/>
                      <a:pt x="169" y="337"/>
                    </a:cubicBezTo>
                    <a:cubicBezTo>
                      <a:pt x="281" y="337"/>
                      <a:pt x="337" y="281"/>
                      <a:pt x="337" y="1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56" name="Google Shape;11556;p24"/>
            <p:cNvGrpSpPr/>
            <p:nvPr/>
          </p:nvGrpSpPr>
          <p:grpSpPr>
            <a:xfrm>
              <a:off x="6693383" y="4614090"/>
              <a:ext cx="215625" cy="211068"/>
              <a:chOff x="4517383" y="4566812"/>
              <a:chExt cx="215625" cy="211068"/>
            </a:xfrm>
          </p:grpSpPr>
          <p:sp>
            <p:nvSpPr>
              <p:cNvPr id="11557" name="Google Shape;11557;p24"/>
              <p:cNvSpPr/>
              <p:nvPr/>
            </p:nvSpPr>
            <p:spPr>
              <a:xfrm>
                <a:off x="4517383" y="4566812"/>
                <a:ext cx="215625" cy="211068"/>
              </a:xfrm>
              <a:custGeom>
                <a:avLst/>
                <a:gdLst/>
                <a:ahLst/>
                <a:cxnLst/>
                <a:rect l="l" t="t" r="r" b="b"/>
                <a:pathLst>
                  <a:path w="2697" h="2640" extrusionOk="0">
                    <a:moveTo>
                      <a:pt x="282" y="1797"/>
                    </a:moveTo>
                    <a:cubicBezTo>
                      <a:pt x="1" y="1180"/>
                      <a:pt x="282" y="506"/>
                      <a:pt x="899" y="225"/>
                    </a:cubicBezTo>
                    <a:cubicBezTo>
                      <a:pt x="1461" y="0"/>
                      <a:pt x="2135" y="225"/>
                      <a:pt x="2416" y="843"/>
                    </a:cubicBezTo>
                    <a:cubicBezTo>
                      <a:pt x="2697" y="1404"/>
                      <a:pt x="2416" y="2134"/>
                      <a:pt x="1798" y="2359"/>
                    </a:cubicBezTo>
                    <a:cubicBezTo>
                      <a:pt x="1236" y="2640"/>
                      <a:pt x="562" y="2359"/>
                      <a:pt x="282" y="179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8" name="Google Shape;11558;p24"/>
              <p:cNvSpPr/>
              <p:nvPr/>
            </p:nvSpPr>
            <p:spPr>
              <a:xfrm>
                <a:off x="4548803" y="4593756"/>
                <a:ext cx="152784" cy="152704"/>
              </a:xfrm>
              <a:custGeom>
                <a:avLst/>
                <a:gdLst/>
                <a:ahLst/>
                <a:cxnLst/>
                <a:rect l="l" t="t" r="r" b="b"/>
                <a:pathLst>
                  <a:path w="1911" h="1910" extrusionOk="0">
                    <a:moveTo>
                      <a:pt x="169" y="1292"/>
                    </a:moveTo>
                    <a:cubicBezTo>
                      <a:pt x="1" y="899"/>
                      <a:pt x="169" y="393"/>
                      <a:pt x="619" y="225"/>
                    </a:cubicBezTo>
                    <a:cubicBezTo>
                      <a:pt x="1012" y="0"/>
                      <a:pt x="1517" y="225"/>
                      <a:pt x="1742" y="618"/>
                    </a:cubicBezTo>
                    <a:cubicBezTo>
                      <a:pt x="1910" y="1067"/>
                      <a:pt x="1742" y="1573"/>
                      <a:pt x="1293" y="1741"/>
                    </a:cubicBezTo>
                    <a:cubicBezTo>
                      <a:pt x="900" y="1910"/>
                      <a:pt x="394" y="1741"/>
                      <a:pt x="169" y="129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9" name="Google Shape;11559;p24"/>
              <p:cNvSpPr/>
              <p:nvPr/>
            </p:nvSpPr>
            <p:spPr>
              <a:xfrm>
                <a:off x="4553360" y="4607188"/>
                <a:ext cx="134716" cy="139273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1742" extrusionOk="0">
                    <a:moveTo>
                      <a:pt x="112" y="1124"/>
                    </a:moveTo>
                    <a:cubicBezTo>
                      <a:pt x="0" y="899"/>
                      <a:pt x="56" y="562"/>
                      <a:pt x="225" y="338"/>
                    </a:cubicBezTo>
                    <a:cubicBezTo>
                      <a:pt x="281" y="281"/>
                      <a:pt x="337" y="225"/>
                      <a:pt x="449" y="169"/>
                    </a:cubicBezTo>
                    <a:cubicBezTo>
                      <a:pt x="843" y="1"/>
                      <a:pt x="1348" y="169"/>
                      <a:pt x="1573" y="618"/>
                    </a:cubicBezTo>
                    <a:cubicBezTo>
                      <a:pt x="1685" y="843"/>
                      <a:pt x="1629" y="1180"/>
                      <a:pt x="1460" y="1405"/>
                    </a:cubicBezTo>
                    <a:cubicBezTo>
                      <a:pt x="1404" y="1461"/>
                      <a:pt x="1348" y="1517"/>
                      <a:pt x="1236" y="1573"/>
                    </a:cubicBezTo>
                    <a:cubicBezTo>
                      <a:pt x="843" y="1742"/>
                      <a:pt x="337" y="1573"/>
                      <a:pt x="112" y="1124"/>
                    </a:cubicBezTo>
                    <a:close/>
                  </a:path>
                </a:pathLst>
              </a:custGeom>
              <a:solidFill>
                <a:srgbClr val="EFF0F1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0" name="Google Shape;11560;p24"/>
              <p:cNvSpPr/>
              <p:nvPr/>
            </p:nvSpPr>
            <p:spPr>
              <a:xfrm>
                <a:off x="4575746" y="4629654"/>
                <a:ext cx="94421" cy="85387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1068" extrusionOk="0">
                    <a:moveTo>
                      <a:pt x="563" y="1068"/>
                    </a:moveTo>
                    <a:cubicBezTo>
                      <a:pt x="226" y="1011"/>
                      <a:pt x="1" y="731"/>
                      <a:pt x="57" y="394"/>
                    </a:cubicBezTo>
                    <a:cubicBezTo>
                      <a:pt x="57" y="225"/>
                      <a:pt x="113" y="113"/>
                      <a:pt x="226" y="0"/>
                    </a:cubicBezTo>
                    <a:cubicBezTo>
                      <a:pt x="169" y="113"/>
                      <a:pt x="169" y="169"/>
                      <a:pt x="169" y="225"/>
                    </a:cubicBezTo>
                    <a:cubicBezTo>
                      <a:pt x="113" y="562"/>
                      <a:pt x="338" y="899"/>
                      <a:pt x="675" y="899"/>
                    </a:cubicBezTo>
                    <a:cubicBezTo>
                      <a:pt x="843" y="955"/>
                      <a:pt x="1012" y="899"/>
                      <a:pt x="1180" y="731"/>
                    </a:cubicBezTo>
                    <a:cubicBezTo>
                      <a:pt x="1012" y="955"/>
                      <a:pt x="787" y="1068"/>
                      <a:pt x="563" y="106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6">
    <p:bg>
      <p:bgPr>
        <a:gradFill>
          <a:gsLst>
            <a:gs pos="0">
              <a:schemeClr val="accent6"/>
            </a:gs>
            <a:gs pos="40000">
              <a:schemeClr val="accent6"/>
            </a:gs>
            <a:gs pos="100000">
              <a:schemeClr val="dk1"/>
            </a:gs>
          </a:gsLst>
          <a:lin ang="2698631" scaled="0"/>
        </a:gradFill>
        <a:effectLst/>
      </p:bgPr>
    </p:bg>
    <p:spTree>
      <p:nvGrpSpPr>
        <p:cNvPr id="1" name="Shape 1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15" name="Google Shape;12015;p26"/>
          <p:cNvGrpSpPr/>
          <p:nvPr/>
        </p:nvGrpSpPr>
        <p:grpSpPr>
          <a:xfrm flipH="1">
            <a:off x="-82849" y="2670990"/>
            <a:ext cx="9363767" cy="2555558"/>
            <a:chOff x="1851250" y="1720850"/>
            <a:chExt cx="3539775" cy="966075"/>
          </a:xfrm>
        </p:grpSpPr>
        <p:sp>
          <p:nvSpPr>
            <p:cNvPr id="12016" name="Google Shape;12016;p26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7" name="Google Shape;12017;p26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8" name="Google Shape;12018;p26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9" name="Google Shape;12019;p26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0" name="Google Shape;12020;p26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1" name="Google Shape;12021;p26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2" name="Google Shape;12022;p26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3" name="Google Shape;12023;p26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4" name="Google Shape;12024;p26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5" name="Google Shape;12025;p26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6" name="Google Shape;12026;p26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7" name="Google Shape;12027;p26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8" name="Google Shape;12028;p26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9" name="Google Shape;12029;p26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0" name="Google Shape;12030;p26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1" name="Google Shape;12031;p26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2" name="Google Shape;12032;p26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3" name="Google Shape;12033;p26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4" name="Google Shape;12034;p26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5" name="Google Shape;12035;p26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6" name="Google Shape;12036;p26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7" name="Google Shape;12037;p26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8" name="Google Shape;12038;p26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9" name="Google Shape;12039;p26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0" name="Google Shape;12040;p26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1" name="Google Shape;12041;p26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2" name="Google Shape;12042;p26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3" name="Google Shape;12043;p26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4" name="Google Shape;12044;p26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5" name="Google Shape;12045;p26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6" name="Google Shape;12046;p26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7" name="Google Shape;12047;p26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8" name="Google Shape;12048;p26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9" name="Google Shape;12049;p26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0" name="Google Shape;12050;p26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1" name="Google Shape;12051;p26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2" name="Google Shape;12052;p26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3" name="Google Shape;12053;p26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4" name="Google Shape;12054;p26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5" name="Google Shape;12055;p26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6" name="Google Shape;12056;p26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7" name="Google Shape;12057;p26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8" name="Google Shape;12058;p26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9" name="Google Shape;12059;p26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0" name="Google Shape;12060;p26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1" name="Google Shape;12061;p26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2" name="Google Shape;12062;p26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3" name="Google Shape;12063;p26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4" name="Google Shape;12064;p26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5" name="Google Shape;12065;p26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6" name="Google Shape;12066;p26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7" name="Google Shape;12067;p26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8" name="Google Shape;12068;p26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9" name="Google Shape;12069;p26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0" name="Google Shape;12070;p26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1" name="Google Shape;12071;p26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2" name="Google Shape;12072;p26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3" name="Google Shape;12073;p26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4" name="Google Shape;12074;p26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5" name="Google Shape;12075;p26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6" name="Google Shape;12076;p26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7" name="Google Shape;12077;p26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8" name="Google Shape;12078;p26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9" name="Google Shape;12079;p26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0" name="Google Shape;12080;p26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1" name="Google Shape;12081;p26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2" name="Google Shape;12082;p26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3" name="Google Shape;12083;p26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4" name="Google Shape;12084;p26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5" name="Google Shape;12085;p26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6" name="Google Shape;12086;p26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7" name="Google Shape;12087;p26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8" name="Google Shape;12088;p26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9" name="Google Shape;12089;p26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0" name="Google Shape;12090;p26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1" name="Google Shape;12091;p26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2" name="Google Shape;12092;p26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3" name="Google Shape;12093;p26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4" name="Google Shape;12094;p26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5" name="Google Shape;12095;p26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6" name="Google Shape;12096;p26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7" name="Google Shape;12097;p26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8" name="Google Shape;12098;p26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9" name="Google Shape;12099;p26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0" name="Google Shape;12100;p26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1" name="Google Shape;12101;p26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2" name="Google Shape;12102;p26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3" name="Google Shape;12103;p26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4" name="Google Shape;12104;p26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5" name="Google Shape;12105;p26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6" name="Google Shape;12106;p26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7" name="Google Shape;12107;p26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8" name="Google Shape;12108;p26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9" name="Google Shape;12109;p26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0" name="Google Shape;12110;p26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1" name="Google Shape;12111;p26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2" name="Google Shape;12112;p26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3" name="Google Shape;12113;p26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4" name="Google Shape;12114;p26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5" name="Google Shape;12115;p26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6" name="Google Shape;12116;p26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7" name="Google Shape;12117;p26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8" name="Google Shape;12118;p26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9" name="Google Shape;12119;p26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0" name="Google Shape;12120;p26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1" name="Google Shape;12121;p26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2" name="Google Shape;12122;p26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3" name="Google Shape;12123;p26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4" name="Google Shape;12124;p26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5" name="Google Shape;12125;p26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6" name="Google Shape;12126;p26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7" name="Google Shape;12127;p26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8" name="Google Shape;12128;p26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9" name="Google Shape;12129;p26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0" name="Google Shape;12130;p26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1" name="Google Shape;12131;p26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2" name="Google Shape;12132;p26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3" name="Google Shape;12133;p26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4" name="Google Shape;12134;p26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5" name="Google Shape;12135;p26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6" name="Google Shape;12136;p26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7" name="Google Shape;12137;p26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8" name="Google Shape;12138;p26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9" name="Google Shape;12139;p26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0" name="Google Shape;12140;p26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1" name="Google Shape;12141;p26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2" name="Google Shape;12142;p26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3" name="Google Shape;12143;p26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4" name="Google Shape;12144;p26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5" name="Google Shape;12145;p26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6" name="Google Shape;12146;p26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7" name="Google Shape;12147;p26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8" name="Google Shape;12148;p26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9" name="Google Shape;12149;p26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0" name="Google Shape;12150;p26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1" name="Google Shape;12151;p26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2" name="Google Shape;12152;p26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3" name="Google Shape;12153;p26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4" name="Google Shape;12154;p26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5" name="Google Shape;12155;p26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6" name="Google Shape;12156;p26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7" name="Google Shape;12157;p26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8" name="Google Shape;12158;p26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9" name="Google Shape;12159;p26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0" name="Google Shape;12160;p26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1" name="Google Shape;12161;p26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2" name="Google Shape;12162;p26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3" name="Google Shape;12163;p26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4" name="Google Shape;12164;p26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5" name="Google Shape;12165;p26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6" name="Google Shape;12166;p26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7" name="Google Shape;12167;p26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8" name="Google Shape;12168;p26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9" name="Google Shape;12169;p26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0" name="Google Shape;12170;p26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1" name="Google Shape;12171;p26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2" name="Google Shape;12172;p26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3" name="Google Shape;12173;p26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4" name="Google Shape;12174;p26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5" name="Google Shape;12175;p26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6" name="Google Shape;12176;p26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7" name="Google Shape;12177;p26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8" name="Google Shape;12178;p26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9" name="Google Shape;12179;p26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0" name="Google Shape;12180;p26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1" name="Google Shape;12181;p26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2" name="Google Shape;12182;p26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3" name="Google Shape;12183;p26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4" name="Google Shape;12184;p26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5" name="Google Shape;12185;p26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6" name="Google Shape;12186;p26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7" name="Google Shape;12187;p26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8" name="Google Shape;12188;p26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9" name="Google Shape;12189;p26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0" name="Google Shape;12190;p26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1" name="Google Shape;12191;p26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2" name="Google Shape;12192;p26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3" name="Google Shape;12193;p26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4" name="Google Shape;12194;p26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5" name="Google Shape;12195;p26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6" name="Google Shape;12196;p26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7" name="Google Shape;12197;p26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8" name="Google Shape;12198;p26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9" name="Google Shape;12199;p26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0" name="Google Shape;12200;p26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1" name="Google Shape;12201;p26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2" name="Google Shape;12202;p26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3" name="Google Shape;12203;p26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4" name="Google Shape;12204;p26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5" name="Google Shape;12205;p26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6" name="Google Shape;12206;p26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7" name="Google Shape;12207;p26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8" name="Google Shape;12208;p26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9" name="Google Shape;12209;p26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0" name="Google Shape;12210;p26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1" name="Google Shape;12211;p26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2" name="Google Shape;12212;p26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3" name="Google Shape;12213;p26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4" name="Google Shape;12214;p26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5" name="Google Shape;12215;p26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6" name="Google Shape;12216;p26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7" name="Google Shape;12217;p26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8" name="Google Shape;12218;p26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9" name="Google Shape;12219;p26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0" name="Google Shape;12220;p26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1" name="Google Shape;12221;p26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2" name="Google Shape;12222;p26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3" name="Google Shape;12223;p26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4" name="Google Shape;12224;p26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5" name="Google Shape;12225;p26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6" name="Google Shape;12226;p26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7" name="Google Shape;12227;p26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8" name="Google Shape;12228;p26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9" name="Google Shape;12229;p26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0" name="Google Shape;12230;p26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1" name="Google Shape;12231;p26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2" name="Google Shape;12232;p26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3" name="Google Shape;12233;p26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4" name="Google Shape;12234;p26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5" name="Google Shape;12235;p26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6" name="Google Shape;12236;p26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7" name="Google Shape;12237;p26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8" name="Google Shape;12238;p26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9" name="Google Shape;12239;p26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0" name="Google Shape;12240;p26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1" name="Google Shape;12241;p26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2" name="Google Shape;12242;p26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3" name="Google Shape;12243;p26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4" name="Google Shape;12244;p26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5" name="Google Shape;12245;p26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6" name="Google Shape;12246;p26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7" name="Google Shape;12247;p26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8" name="Google Shape;12248;p26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9" name="Google Shape;12249;p26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0" name="Google Shape;12250;p26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1" name="Google Shape;12251;p26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2" name="Google Shape;12252;p26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3" name="Google Shape;12253;p26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4" name="Google Shape;12254;p26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5" name="Google Shape;12255;p26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6" name="Google Shape;12256;p26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7" name="Google Shape;12257;p26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8" name="Google Shape;12258;p26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9" name="Google Shape;12259;p26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0" name="Google Shape;12260;p26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1" name="Google Shape;12261;p26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2" name="Google Shape;12262;p26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3" name="Google Shape;12263;p26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4" name="Google Shape;12264;p26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5" name="Google Shape;12265;p26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6" name="Google Shape;12266;p26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7" name="Google Shape;12267;p26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8" name="Google Shape;12268;p26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9" name="Google Shape;12269;p26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0" name="Google Shape;12270;p26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1" name="Google Shape;12271;p26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2" name="Google Shape;12272;p26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3" name="Google Shape;12273;p26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4" name="Google Shape;12274;p26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5" name="Google Shape;12275;p26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6" name="Google Shape;12276;p26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7" name="Google Shape;12277;p26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8" name="Google Shape;12278;p26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9" name="Google Shape;12279;p26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0" name="Google Shape;12280;p26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1" name="Google Shape;12281;p26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2" name="Google Shape;12282;p26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3" name="Google Shape;12283;p26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4" name="Google Shape;12284;p26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5" name="Google Shape;12285;p26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6" name="Google Shape;12286;p26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7" name="Google Shape;12287;p26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8" name="Google Shape;12288;p26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9" name="Google Shape;12289;p26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0" name="Google Shape;12290;p26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1" name="Google Shape;12291;p26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2" name="Google Shape;12292;p26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3" name="Google Shape;12293;p26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4" name="Google Shape;12294;p26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5" name="Google Shape;12295;p26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6" name="Google Shape;12296;p26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7" name="Google Shape;12297;p26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8" name="Google Shape;12298;p26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9" name="Google Shape;12299;p26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0" name="Google Shape;12300;p26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1" name="Google Shape;12301;p26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2" name="Google Shape;12302;p26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3" name="Google Shape;12303;p26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4" name="Google Shape;12304;p26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5" name="Google Shape;12305;p26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6" name="Google Shape;12306;p26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7" name="Google Shape;12307;p26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8" name="Google Shape;12308;p26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9" name="Google Shape;12309;p26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0" name="Google Shape;12310;p26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1" name="Google Shape;12311;p26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2" name="Google Shape;12312;p26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3" name="Google Shape;12313;p26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4" name="Google Shape;12314;p26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5" name="Google Shape;12315;p26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6" name="Google Shape;12316;p26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7" name="Google Shape;12317;p26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8" name="Google Shape;12318;p26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9" name="Google Shape;12319;p26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0" name="Google Shape;12320;p26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1" name="Google Shape;12321;p26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2" name="Google Shape;12322;p26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3" name="Google Shape;12323;p26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4" name="Google Shape;12324;p26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5" name="Google Shape;12325;p26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6" name="Google Shape;12326;p26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7" name="Google Shape;12327;p26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8" name="Google Shape;12328;p26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9" name="Google Shape;12329;p26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0" name="Google Shape;12330;p26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1" name="Google Shape;12331;p26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32" name="Google Shape;12332;p26"/>
          <p:cNvGrpSpPr/>
          <p:nvPr/>
        </p:nvGrpSpPr>
        <p:grpSpPr>
          <a:xfrm flipH="1">
            <a:off x="12563" y="56"/>
            <a:ext cx="9143721" cy="2251922"/>
            <a:chOff x="-347225" y="-1310325"/>
            <a:chExt cx="7672194" cy="1889514"/>
          </a:xfrm>
        </p:grpSpPr>
        <p:sp>
          <p:nvSpPr>
            <p:cNvPr id="12333" name="Google Shape;12333;p26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4" name="Google Shape;12334;p26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5" name="Google Shape;12335;p26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6" name="Google Shape;12336;p26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7" name="Google Shape;12337;p26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8" name="Google Shape;12338;p26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9" name="Google Shape;12339;p26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0" name="Google Shape;12340;p26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1" name="Google Shape;12341;p26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2" name="Google Shape;12342;p26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3" name="Google Shape;12343;p26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4" name="Google Shape;12344;p26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5" name="Google Shape;12345;p26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6" name="Google Shape;12346;p26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7" name="Google Shape;12347;p26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8" name="Google Shape;12348;p26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9" name="Google Shape;12349;p26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0" name="Google Shape;12350;p26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1" name="Google Shape;12351;p26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2" name="Google Shape;12352;p26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3" name="Google Shape;12353;p26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4" name="Google Shape;12354;p26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5" name="Google Shape;12355;p26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6" name="Google Shape;12356;p26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7" name="Google Shape;12357;p26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8" name="Google Shape;12358;p26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9" name="Google Shape;12359;p26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0" name="Google Shape;12360;p26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1" name="Google Shape;12361;p26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2" name="Google Shape;12362;p26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3" name="Google Shape;12363;p26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4" name="Google Shape;12364;p26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5" name="Google Shape;12365;p26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6" name="Google Shape;12366;p26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7" name="Google Shape;12367;p26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8" name="Google Shape;12368;p26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9" name="Google Shape;12369;p26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0" name="Google Shape;12370;p26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1" name="Google Shape;12371;p26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2" name="Google Shape;12372;p26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3" name="Google Shape;12373;p26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4" name="Google Shape;12374;p26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5" name="Google Shape;12375;p26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6" name="Google Shape;12376;p26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7" name="Google Shape;12377;p26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8" name="Google Shape;12378;p26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9" name="Google Shape;12379;p26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0" name="Google Shape;12380;p26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1" name="Google Shape;12381;p26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2" name="Google Shape;12382;p26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3" name="Google Shape;12383;p26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4" name="Google Shape;12384;p26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5" name="Google Shape;12385;p26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6" name="Google Shape;12386;p26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7" name="Google Shape;12387;p26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8" name="Google Shape;12388;p26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9" name="Google Shape;12389;p26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0" name="Google Shape;12390;p26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1" name="Google Shape;12391;p26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2" name="Google Shape;12392;p26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3" name="Google Shape;12393;p26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4" name="Google Shape;12394;p26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5" name="Google Shape;12395;p26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6" name="Google Shape;12396;p26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7" name="Google Shape;12397;p26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8" name="Google Shape;12398;p26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9" name="Google Shape;12399;p26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0" name="Google Shape;12400;p26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1" name="Google Shape;12401;p26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2" name="Google Shape;12402;p26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3" name="Google Shape;12403;p26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4" name="Google Shape;12404;p26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5" name="Google Shape;12405;p26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6" name="Google Shape;12406;p26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7" name="Google Shape;12407;p26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8" name="Google Shape;12408;p26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9" name="Google Shape;12409;p26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0" name="Google Shape;12410;p26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1" name="Google Shape;12411;p26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2" name="Google Shape;12412;p26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3" name="Google Shape;12413;p26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4" name="Google Shape;12414;p26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5" name="Google Shape;12415;p26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6" name="Google Shape;12416;p26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7" name="Google Shape;12417;p26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8" name="Google Shape;12418;p26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9" name="Google Shape;12419;p26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0" name="Google Shape;12420;p26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1" name="Google Shape;12421;p26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2" name="Google Shape;12422;p26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3" name="Google Shape;12423;p26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4" name="Google Shape;12424;p26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5" name="Google Shape;12425;p26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6" name="Google Shape;12426;p26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7" name="Google Shape;12427;p26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8" name="Google Shape;12428;p26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9" name="Google Shape;12429;p26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0" name="Google Shape;12430;p26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1" name="Google Shape;12431;p26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2" name="Google Shape;12432;p26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3" name="Google Shape;12433;p26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4" name="Google Shape;12434;p26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5" name="Google Shape;12435;p26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6" name="Google Shape;12436;p26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7" name="Google Shape;12437;p26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8" name="Google Shape;12438;p26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9" name="Google Shape;12439;p26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0" name="Google Shape;12440;p26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1" name="Google Shape;12441;p26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2" name="Google Shape;12442;p26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3" name="Google Shape;12443;p26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4" name="Google Shape;12444;p26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5" name="Google Shape;12445;p26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6" name="Google Shape;12446;p26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7" name="Google Shape;12447;p26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8" name="Google Shape;12448;p26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9" name="Google Shape;12449;p26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0" name="Google Shape;12450;p26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1" name="Google Shape;12451;p26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2" name="Google Shape;12452;p26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3" name="Google Shape;12453;p26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4" name="Google Shape;12454;p26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5" name="Google Shape;12455;p26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6" name="Google Shape;12456;p26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7" name="Google Shape;12457;p26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8" name="Google Shape;12458;p26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9" name="Google Shape;12459;p26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0" name="Google Shape;12460;p26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1" name="Google Shape;12461;p26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2" name="Google Shape;12462;p26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3" name="Google Shape;12463;p26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64" name="Google Shape;12464;p26"/>
          <p:cNvGrpSpPr/>
          <p:nvPr/>
        </p:nvGrpSpPr>
        <p:grpSpPr>
          <a:xfrm>
            <a:off x="-440153" y="-571784"/>
            <a:ext cx="10599540" cy="5527826"/>
            <a:chOff x="-440153" y="-571784"/>
            <a:chExt cx="10599540" cy="5527826"/>
          </a:xfrm>
        </p:grpSpPr>
        <p:grpSp>
          <p:nvGrpSpPr>
            <p:cNvPr id="12465" name="Google Shape;12465;p26"/>
            <p:cNvGrpSpPr/>
            <p:nvPr/>
          </p:nvGrpSpPr>
          <p:grpSpPr>
            <a:xfrm rot="8407602" flipH="1">
              <a:off x="7045886" y="12132"/>
              <a:ext cx="2672379" cy="2345482"/>
              <a:chOff x="7103607" y="158760"/>
              <a:chExt cx="2741185" cy="2405871"/>
            </a:xfrm>
          </p:grpSpPr>
          <p:sp>
            <p:nvSpPr>
              <p:cNvPr id="12466" name="Google Shape;12466;p26"/>
              <p:cNvSpPr/>
              <p:nvPr/>
            </p:nvSpPr>
            <p:spPr>
              <a:xfrm rot="923072" flipH="1">
                <a:off x="8757029" y="1390196"/>
                <a:ext cx="963666" cy="1065701"/>
              </a:xfrm>
              <a:custGeom>
                <a:avLst/>
                <a:gdLst/>
                <a:ahLst/>
                <a:cxnLst/>
                <a:rect l="l" t="t" r="r" b="b"/>
                <a:pathLst>
                  <a:path w="14450" h="15980" extrusionOk="0">
                    <a:moveTo>
                      <a:pt x="14450" y="4114"/>
                    </a:moveTo>
                    <a:lnTo>
                      <a:pt x="9238" y="1"/>
                    </a:lnTo>
                    <a:lnTo>
                      <a:pt x="0" y="11888"/>
                    </a:lnTo>
                    <a:lnTo>
                      <a:pt x="5190" y="1597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7" name="Google Shape;12467;p26"/>
              <p:cNvSpPr/>
              <p:nvPr/>
            </p:nvSpPr>
            <p:spPr>
              <a:xfrm rot="923072" flipH="1">
                <a:off x="8758525" y="1432433"/>
                <a:ext cx="906246" cy="1016884"/>
              </a:xfrm>
              <a:custGeom>
                <a:avLst/>
                <a:gdLst/>
                <a:ahLst/>
                <a:cxnLst/>
                <a:rect l="l" t="t" r="r" b="b"/>
                <a:pathLst>
                  <a:path w="13589" h="15248" extrusionOk="0">
                    <a:moveTo>
                      <a:pt x="1" y="11759"/>
                    </a:moveTo>
                    <a:lnTo>
                      <a:pt x="4437" y="15247"/>
                    </a:lnTo>
                    <a:lnTo>
                      <a:pt x="13589" y="3511"/>
                    </a:lnTo>
                    <a:lnTo>
                      <a:pt x="915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8" name="Google Shape;12468;p26"/>
              <p:cNvSpPr/>
              <p:nvPr/>
            </p:nvSpPr>
            <p:spPr>
              <a:xfrm rot="923072" flipH="1">
                <a:off x="8811828" y="1439434"/>
                <a:ext cx="855962" cy="976670"/>
              </a:xfrm>
              <a:custGeom>
                <a:avLst/>
                <a:gdLst/>
                <a:ahLst/>
                <a:cxnLst/>
                <a:rect l="l" t="t" r="r" b="b"/>
                <a:pathLst>
                  <a:path w="12835" h="14645" extrusionOk="0">
                    <a:moveTo>
                      <a:pt x="12835" y="2930"/>
                    </a:moveTo>
                    <a:lnTo>
                      <a:pt x="9131" y="1"/>
                    </a:lnTo>
                    <a:lnTo>
                      <a:pt x="0" y="11716"/>
                    </a:lnTo>
                    <a:lnTo>
                      <a:pt x="3726" y="14644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9" name="Google Shape;12469;p26"/>
              <p:cNvSpPr/>
              <p:nvPr/>
            </p:nvSpPr>
            <p:spPr>
              <a:xfrm rot="3331772" flipH="1">
                <a:off x="8263789" y="876268"/>
                <a:ext cx="818680" cy="652023"/>
              </a:xfrm>
              <a:custGeom>
                <a:avLst/>
                <a:gdLst/>
                <a:ahLst/>
                <a:cxnLst/>
                <a:rect l="l" t="t" r="r" b="b"/>
                <a:pathLst>
                  <a:path w="12276" h="9777" extrusionOk="0">
                    <a:moveTo>
                      <a:pt x="9820" y="9777"/>
                    </a:moveTo>
                    <a:lnTo>
                      <a:pt x="12275" y="5362"/>
                    </a:lnTo>
                    <a:lnTo>
                      <a:pt x="2456" y="0"/>
                    </a:lnTo>
                    <a:lnTo>
                      <a:pt x="1" y="441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0" name="Google Shape;12470;p26"/>
              <p:cNvSpPr/>
              <p:nvPr/>
            </p:nvSpPr>
            <p:spPr>
              <a:xfrm rot="3331772" flipH="1">
                <a:off x="8215349" y="830790"/>
                <a:ext cx="789870" cy="613276"/>
              </a:xfrm>
              <a:custGeom>
                <a:avLst/>
                <a:gdLst/>
                <a:ahLst/>
                <a:cxnLst/>
                <a:rect l="l" t="t" r="r" b="b"/>
                <a:pathLst>
                  <a:path w="11844" h="9196" extrusionOk="0">
                    <a:moveTo>
                      <a:pt x="11844" y="5534"/>
                    </a:moveTo>
                    <a:lnTo>
                      <a:pt x="2132" y="0"/>
                    </a:lnTo>
                    <a:lnTo>
                      <a:pt x="0" y="3661"/>
                    </a:lnTo>
                    <a:lnTo>
                      <a:pt x="9712" y="9195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1" name="Google Shape;12471;p26"/>
              <p:cNvSpPr/>
              <p:nvPr/>
            </p:nvSpPr>
            <p:spPr>
              <a:xfrm rot="3331772" flipH="1">
                <a:off x="7454277" y="326969"/>
                <a:ext cx="647755" cy="455289"/>
              </a:xfrm>
              <a:custGeom>
                <a:avLst/>
                <a:gdLst/>
                <a:ahLst/>
                <a:cxnLst/>
                <a:rect l="l" t="t" r="r" b="b"/>
                <a:pathLst>
                  <a:path w="9713" h="6827" extrusionOk="0">
                    <a:moveTo>
                      <a:pt x="0" y="4005"/>
                    </a:moveTo>
                    <a:lnTo>
                      <a:pt x="2369" y="0"/>
                    </a:lnTo>
                    <a:lnTo>
                      <a:pt x="7408" y="3532"/>
                    </a:lnTo>
                    <a:lnTo>
                      <a:pt x="9712" y="6374"/>
                    </a:lnTo>
                    <a:lnTo>
                      <a:pt x="9002" y="6826"/>
                    </a:lnTo>
                    <a:lnTo>
                      <a:pt x="6698" y="4005"/>
                    </a:lnTo>
                    <a:lnTo>
                      <a:pt x="3381" y="2046"/>
                    </a:lnTo>
                    <a:lnTo>
                      <a:pt x="1788" y="478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2" name="Google Shape;12472;p26"/>
              <p:cNvSpPr/>
              <p:nvPr/>
            </p:nvSpPr>
            <p:spPr>
              <a:xfrm rot="3331772" flipH="1">
                <a:off x="7331536" y="611852"/>
                <a:ext cx="619012" cy="488367"/>
              </a:xfrm>
              <a:custGeom>
                <a:avLst/>
                <a:gdLst/>
                <a:ahLst/>
                <a:cxnLst/>
                <a:rect l="l" t="t" r="r" b="b"/>
                <a:pathLst>
                  <a:path w="9282" h="7323" extrusionOk="0">
                    <a:moveTo>
                      <a:pt x="2347" y="0"/>
                    </a:moveTo>
                    <a:lnTo>
                      <a:pt x="0" y="4006"/>
                    </a:lnTo>
                    <a:lnTo>
                      <a:pt x="5556" y="6698"/>
                    </a:lnTo>
                    <a:lnTo>
                      <a:pt x="9152" y="7322"/>
                    </a:lnTo>
                    <a:lnTo>
                      <a:pt x="9281" y="6396"/>
                    </a:lnTo>
                    <a:lnTo>
                      <a:pt x="5621" y="5858"/>
                    </a:lnTo>
                    <a:lnTo>
                      <a:pt x="2304" y="3898"/>
                    </a:lnTo>
                    <a:lnTo>
                      <a:pt x="3898" y="116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3" name="Google Shape;12473;p26"/>
              <p:cNvSpPr/>
              <p:nvPr/>
            </p:nvSpPr>
            <p:spPr>
              <a:xfrm rot="3331772" flipH="1">
                <a:off x="7460178" y="331564"/>
                <a:ext cx="623346" cy="425145"/>
              </a:xfrm>
              <a:custGeom>
                <a:avLst/>
                <a:gdLst/>
                <a:ahLst/>
                <a:cxnLst/>
                <a:rect l="l" t="t" r="r" b="b"/>
                <a:pathLst>
                  <a:path w="9347" h="6375" extrusionOk="0">
                    <a:moveTo>
                      <a:pt x="2305" y="0"/>
                    </a:moveTo>
                    <a:lnTo>
                      <a:pt x="7042" y="3317"/>
                    </a:lnTo>
                    <a:lnTo>
                      <a:pt x="9346" y="6159"/>
                    </a:lnTo>
                    <a:lnTo>
                      <a:pt x="9002" y="6375"/>
                    </a:lnTo>
                    <a:lnTo>
                      <a:pt x="6676" y="3963"/>
                    </a:lnTo>
                    <a:lnTo>
                      <a:pt x="3360" y="2025"/>
                    </a:lnTo>
                    <a:lnTo>
                      <a:pt x="3338" y="2025"/>
                    </a:lnTo>
                    <a:lnTo>
                      <a:pt x="3015" y="1831"/>
                    </a:lnTo>
                    <a:lnTo>
                      <a:pt x="1422" y="4566"/>
                    </a:lnTo>
                    <a:lnTo>
                      <a:pt x="1" y="3941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4" name="Google Shape;12474;p26"/>
              <p:cNvSpPr/>
              <p:nvPr/>
            </p:nvSpPr>
            <p:spPr>
              <a:xfrm rot="3331772" flipH="1">
                <a:off x="7335639" y="617739"/>
                <a:ext cx="588868" cy="472562"/>
              </a:xfrm>
              <a:custGeom>
                <a:avLst/>
                <a:gdLst/>
                <a:ahLst/>
                <a:cxnLst/>
                <a:rect l="l" t="t" r="r" b="b"/>
                <a:pathLst>
                  <a:path w="8830" h="7086" extrusionOk="0">
                    <a:moveTo>
                      <a:pt x="1" y="3941"/>
                    </a:moveTo>
                    <a:lnTo>
                      <a:pt x="5212" y="6461"/>
                    </a:lnTo>
                    <a:lnTo>
                      <a:pt x="8808" y="7085"/>
                    </a:lnTo>
                    <a:lnTo>
                      <a:pt x="8830" y="6676"/>
                    </a:lnTo>
                    <a:lnTo>
                      <a:pt x="5600" y="5793"/>
                    </a:lnTo>
                    <a:lnTo>
                      <a:pt x="5277" y="5621"/>
                    </a:lnTo>
                    <a:lnTo>
                      <a:pt x="5277" y="5621"/>
                    </a:lnTo>
                    <a:lnTo>
                      <a:pt x="1960" y="3661"/>
                    </a:lnTo>
                    <a:lnTo>
                      <a:pt x="3554" y="926"/>
                    </a:lnTo>
                    <a:lnTo>
                      <a:pt x="2326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5" name="Google Shape;12475;p26"/>
              <p:cNvSpPr/>
              <p:nvPr/>
            </p:nvSpPr>
            <p:spPr>
              <a:xfrm rot="3331772" flipH="1">
                <a:off x="7910830" y="771890"/>
                <a:ext cx="324644" cy="270026"/>
              </a:xfrm>
              <a:custGeom>
                <a:avLst/>
                <a:gdLst/>
                <a:ahLst/>
                <a:cxnLst/>
                <a:rect l="l" t="t" r="r" b="b"/>
                <a:pathLst>
                  <a:path w="4868" h="4049" extrusionOk="0">
                    <a:moveTo>
                      <a:pt x="3769" y="4049"/>
                    </a:moveTo>
                    <a:lnTo>
                      <a:pt x="4867" y="2175"/>
                    </a:lnTo>
                    <a:lnTo>
                      <a:pt x="1099" y="0"/>
                    </a:lnTo>
                    <a:lnTo>
                      <a:pt x="0" y="189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6" name="Google Shape;12476;p26"/>
              <p:cNvSpPr/>
              <p:nvPr/>
            </p:nvSpPr>
            <p:spPr>
              <a:xfrm rot="3331772" flipH="1">
                <a:off x="8036047" y="837811"/>
                <a:ext cx="202536" cy="198201"/>
              </a:xfrm>
              <a:custGeom>
                <a:avLst/>
                <a:gdLst/>
                <a:ahLst/>
                <a:cxnLst/>
                <a:rect l="l" t="t" r="r" b="b"/>
                <a:pathLst>
                  <a:path w="3037" h="2972" extrusionOk="0">
                    <a:moveTo>
                      <a:pt x="3037" y="1120"/>
                    </a:moveTo>
                    <a:lnTo>
                      <a:pt x="1099" y="0"/>
                    </a:lnTo>
                    <a:lnTo>
                      <a:pt x="0" y="1895"/>
                    </a:lnTo>
                    <a:lnTo>
                      <a:pt x="1895" y="2972"/>
                    </a:lnTo>
                    <a:cubicBezTo>
                      <a:pt x="2520" y="2541"/>
                      <a:pt x="2929" y="1852"/>
                      <a:pt x="3037" y="1120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7" name="Google Shape;12477;p26"/>
              <p:cNvSpPr/>
              <p:nvPr/>
            </p:nvSpPr>
            <p:spPr>
              <a:xfrm rot="3331772" flipH="1">
                <a:off x="7767321" y="694060"/>
                <a:ext cx="284431" cy="291566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4372" extrusionOk="0">
                    <a:moveTo>
                      <a:pt x="3942" y="1637"/>
                    </a:moveTo>
                    <a:cubicBezTo>
                      <a:pt x="3446" y="151"/>
                      <a:pt x="1401" y="0"/>
                      <a:pt x="690" y="1400"/>
                    </a:cubicBezTo>
                    <a:cubicBezTo>
                      <a:pt x="1" y="2800"/>
                      <a:pt x="1336" y="4372"/>
                      <a:pt x="2843" y="3876"/>
                    </a:cubicBezTo>
                    <a:cubicBezTo>
                      <a:pt x="3748" y="3553"/>
                      <a:pt x="4265" y="2563"/>
                      <a:pt x="3942" y="163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8" name="Google Shape;12478;p26"/>
              <p:cNvSpPr/>
              <p:nvPr/>
            </p:nvSpPr>
            <p:spPr>
              <a:xfrm rot="3331772" flipH="1">
                <a:off x="7749472" y="687662"/>
                <a:ext cx="277295" cy="290166"/>
              </a:xfrm>
              <a:custGeom>
                <a:avLst/>
                <a:gdLst/>
                <a:ahLst/>
                <a:cxnLst/>
                <a:rect l="l" t="t" r="r" b="b"/>
                <a:pathLst>
                  <a:path w="4158" h="4351" extrusionOk="0">
                    <a:moveTo>
                      <a:pt x="3640" y="1422"/>
                    </a:moveTo>
                    <a:cubicBezTo>
                      <a:pt x="3511" y="1056"/>
                      <a:pt x="3274" y="754"/>
                      <a:pt x="2973" y="539"/>
                    </a:cubicBezTo>
                    <a:cubicBezTo>
                      <a:pt x="2154" y="1"/>
                      <a:pt x="1056" y="237"/>
                      <a:pt x="518" y="1056"/>
                    </a:cubicBezTo>
                    <a:cubicBezTo>
                      <a:pt x="1" y="1874"/>
                      <a:pt x="216" y="2972"/>
                      <a:pt x="1035" y="3489"/>
                    </a:cubicBezTo>
                    <a:cubicBezTo>
                      <a:pt x="2434" y="4351"/>
                      <a:pt x="4157" y="2994"/>
                      <a:pt x="3640" y="142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9" name="Google Shape;12479;p26"/>
              <p:cNvSpPr/>
              <p:nvPr/>
            </p:nvSpPr>
            <p:spPr>
              <a:xfrm rot="3331772" flipH="1">
                <a:off x="8774554" y="1149893"/>
                <a:ext cx="527114" cy="528581"/>
              </a:xfrm>
              <a:custGeom>
                <a:avLst/>
                <a:gdLst/>
                <a:ahLst/>
                <a:cxnLst/>
                <a:rect l="l" t="t" r="r" b="b"/>
                <a:pathLst>
                  <a:path w="7904" h="7926" extrusionOk="0">
                    <a:moveTo>
                      <a:pt x="3166" y="453"/>
                    </a:moveTo>
                    <a:cubicBezTo>
                      <a:pt x="5104" y="1"/>
                      <a:pt x="7042" y="1228"/>
                      <a:pt x="7472" y="3167"/>
                    </a:cubicBezTo>
                    <a:cubicBezTo>
                      <a:pt x="7903" y="5105"/>
                      <a:pt x="6697" y="7043"/>
                      <a:pt x="4759" y="7473"/>
                    </a:cubicBezTo>
                    <a:cubicBezTo>
                      <a:pt x="2800" y="7926"/>
                      <a:pt x="883" y="6698"/>
                      <a:pt x="452" y="4760"/>
                    </a:cubicBezTo>
                    <a:cubicBezTo>
                      <a:pt x="0" y="2822"/>
                      <a:pt x="1228" y="884"/>
                      <a:pt x="3166" y="45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0" name="Google Shape;12480;p26"/>
              <p:cNvSpPr/>
              <p:nvPr/>
            </p:nvSpPr>
            <p:spPr>
              <a:xfrm rot="3331772" flipH="1">
                <a:off x="8770383" y="1172151"/>
                <a:ext cx="499838" cy="475429"/>
              </a:xfrm>
              <a:custGeom>
                <a:avLst/>
                <a:gdLst/>
                <a:ahLst/>
                <a:cxnLst/>
                <a:rect l="l" t="t" r="r" b="b"/>
                <a:pathLst>
                  <a:path w="7495" h="7129" extrusionOk="0">
                    <a:moveTo>
                      <a:pt x="6224" y="969"/>
                    </a:moveTo>
                    <a:cubicBezTo>
                      <a:pt x="6633" y="1422"/>
                      <a:pt x="6913" y="1982"/>
                      <a:pt x="7063" y="2585"/>
                    </a:cubicBezTo>
                    <a:cubicBezTo>
                      <a:pt x="7494" y="4523"/>
                      <a:pt x="6267" y="6461"/>
                      <a:pt x="4329" y="6891"/>
                    </a:cubicBezTo>
                    <a:cubicBezTo>
                      <a:pt x="3252" y="7128"/>
                      <a:pt x="2132" y="6870"/>
                      <a:pt x="1271" y="6181"/>
                    </a:cubicBezTo>
                    <a:cubicBezTo>
                      <a:pt x="862" y="5707"/>
                      <a:pt x="560" y="5147"/>
                      <a:pt x="431" y="4566"/>
                    </a:cubicBezTo>
                    <a:cubicBezTo>
                      <a:pt x="0" y="2606"/>
                      <a:pt x="1206" y="690"/>
                      <a:pt x="3144" y="259"/>
                    </a:cubicBezTo>
                    <a:cubicBezTo>
                      <a:pt x="4221" y="0"/>
                      <a:pt x="5362" y="280"/>
                      <a:pt x="6224" y="96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1" name="Google Shape;12481;p26"/>
              <p:cNvSpPr/>
              <p:nvPr/>
            </p:nvSpPr>
            <p:spPr>
              <a:xfrm rot="3331772" flipH="1">
                <a:off x="8856178" y="1246629"/>
                <a:ext cx="304504" cy="304504"/>
              </a:xfrm>
              <a:custGeom>
                <a:avLst/>
                <a:gdLst/>
                <a:ahLst/>
                <a:cxnLst/>
                <a:rect l="l" t="t" r="r" b="b"/>
                <a:pathLst>
                  <a:path w="4566" h="4566" extrusionOk="0">
                    <a:moveTo>
                      <a:pt x="1831" y="259"/>
                    </a:moveTo>
                    <a:cubicBezTo>
                      <a:pt x="2951" y="1"/>
                      <a:pt x="4070" y="690"/>
                      <a:pt x="4329" y="1831"/>
                    </a:cubicBezTo>
                    <a:cubicBezTo>
                      <a:pt x="4566" y="2951"/>
                      <a:pt x="3877" y="4049"/>
                      <a:pt x="2735" y="4307"/>
                    </a:cubicBezTo>
                    <a:cubicBezTo>
                      <a:pt x="1615" y="4566"/>
                      <a:pt x="517" y="3855"/>
                      <a:pt x="259" y="2735"/>
                    </a:cubicBezTo>
                    <a:cubicBezTo>
                      <a:pt x="0" y="1616"/>
                      <a:pt x="711" y="496"/>
                      <a:pt x="1831" y="2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2" name="Google Shape;12482;p26"/>
              <p:cNvSpPr/>
              <p:nvPr/>
            </p:nvSpPr>
            <p:spPr>
              <a:xfrm rot="3331772" flipH="1">
                <a:off x="8885173" y="1261957"/>
                <a:ext cx="305905" cy="304504"/>
              </a:xfrm>
              <a:custGeom>
                <a:avLst/>
                <a:gdLst/>
                <a:ahLst/>
                <a:cxnLst/>
                <a:rect l="l" t="t" r="r" b="b"/>
                <a:pathLst>
                  <a:path w="4587" h="4566" extrusionOk="0">
                    <a:moveTo>
                      <a:pt x="1831" y="259"/>
                    </a:moveTo>
                    <a:cubicBezTo>
                      <a:pt x="2950" y="1"/>
                      <a:pt x="4070" y="711"/>
                      <a:pt x="4329" y="1831"/>
                    </a:cubicBezTo>
                    <a:cubicBezTo>
                      <a:pt x="4587" y="2951"/>
                      <a:pt x="3876" y="4071"/>
                      <a:pt x="2757" y="4308"/>
                    </a:cubicBezTo>
                    <a:cubicBezTo>
                      <a:pt x="1637" y="4566"/>
                      <a:pt x="517" y="3855"/>
                      <a:pt x="259" y="2736"/>
                    </a:cubicBezTo>
                    <a:cubicBezTo>
                      <a:pt x="0" y="1616"/>
                      <a:pt x="711" y="496"/>
                      <a:pt x="1831" y="25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3" name="Google Shape;12483;p26"/>
              <p:cNvSpPr/>
              <p:nvPr/>
            </p:nvSpPr>
            <p:spPr>
              <a:xfrm rot="3331772" flipH="1">
                <a:off x="8883748" y="1274666"/>
                <a:ext cx="271426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4070" h="3942" extrusionOk="0">
                    <a:moveTo>
                      <a:pt x="3122" y="216"/>
                    </a:moveTo>
                    <a:cubicBezTo>
                      <a:pt x="3467" y="496"/>
                      <a:pt x="3725" y="905"/>
                      <a:pt x="3812" y="1357"/>
                    </a:cubicBezTo>
                    <a:cubicBezTo>
                      <a:pt x="4070" y="2477"/>
                      <a:pt x="3359" y="3597"/>
                      <a:pt x="2240" y="3834"/>
                    </a:cubicBezTo>
                    <a:cubicBezTo>
                      <a:pt x="1809" y="3941"/>
                      <a:pt x="1357" y="3898"/>
                      <a:pt x="948" y="3704"/>
                    </a:cubicBezTo>
                    <a:cubicBezTo>
                      <a:pt x="581" y="3403"/>
                      <a:pt x="345" y="3015"/>
                      <a:pt x="237" y="2563"/>
                    </a:cubicBezTo>
                    <a:cubicBezTo>
                      <a:pt x="0" y="1443"/>
                      <a:pt x="689" y="345"/>
                      <a:pt x="1809" y="87"/>
                    </a:cubicBezTo>
                    <a:cubicBezTo>
                      <a:pt x="2240" y="0"/>
                      <a:pt x="2713" y="43"/>
                      <a:pt x="3122" y="216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4" name="Google Shape;12484;p26"/>
              <p:cNvSpPr/>
              <p:nvPr/>
            </p:nvSpPr>
            <p:spPr>
              <a:xfrm rot="3331772" flipH="1">
                <a:off x="8907416" y="1287899"/>
                <a:ext cx="251353" cy="245617"/>
              </a:xfrm>
              <a:custGeom>
                <a:avLst/>
                <a:gdLst/>
                <a:ahLst/>
                <a:cxnLst/>
                <a:rect l="l" t="t" r="r" b="b"/>
                <a:pathLst>
                  <a:path w="3769" h="3683" extrusionOk="0">
                    <a:moveTo>
                      <a:pt x="754" y="3510"/>
                    </a:moveTo>
                    <a:cubicBezTo>
                      <a:pt x="496" y="3252"/>
                      <a:pt x="324" y="2929"/>
                      <a:pt x="259" y="2563"/>
                    </a:cubicBezTo>
                    <a:cubicBezTo>
                      <a:pt x="0" y="1443"/>
                      <a:pt x="711" y="345"/>
                      <a:pt x="1831" y="87"/>
                    </a:cubicBezTo>
                    <a:cubicBezTo>
                      <a:pt x="2240" y="0"/>
                      <a:pt x="2649" y="22"/>
                      <a:pt x="3037" y="173"/>
                    </a:cubicBezTo>
                    <a:cubicBezTo>
                      <a:pt x="3274" y="453"/>
                      <a:pt x="3446" y="776"/>
                      <a:pt x="3511" y="1120"/>
                    </a:cubicBezTo>
                    <a:cubicBezTo>
                      <a:pt x="3769" y="2240"/>
                      <a:pt x="3058" y="3338"/>
                      <a:pt x="1939" y="3597"/>
                    </a:cubicBezTo>
                    <a:cubicBezTo>
                      <a:pt x="1551" y="3683"/>
                      <a:pt x="1120" y="3640"/>
                      <a:pt x="754" y="3510"/>
                    </a:cubicBezTo>
                    <a:close/>
                  </a:path>
                </a:pathLst>
              </a:custGeom>
              <a:solidFill>
                <a:srgbClr val="EFF0F1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5" name="Google Shape;12485;p26"/>
              <p:cNvSpPr/>
              <p:nvPr/>
            </p:nvSpPr>
            <p:spPr>
              <a:xfrm rot="3331772" flipH="1">
                <a:off x="8069427" y="802729"/>
                <a:ext cx="406539" cy="406472"/>
              </a:xfrm>
              <a:custGeom>
                <a:avLst/>
                <a:gdLst/>
                <a:ahLst/>
                <a:cxnLst/>
                <a:rect l="l" t="t" r="r" b="b"/>
                <a:pathLst>
                  <a:path w="6096" h="6095" extrusionOk="0">
                    <a:moveTo>
                      <a:pt x="2219" y="453"/>
                    </a:moveTo>
                    <a:cubicBezTo>
                      <a:pt x="3662" y="0"/>
                      <a:pt x="5191" y="797"/>
                      <a:pt x="5643" y="2219"/>
                    </a:cubicBezTo>
                    <a:cubicBezTo>
                      <a:pt x="6095" y="3661"/>
                      <a:pt x="5320" y="5190"/>
                      <a:pt x="3877" y="5642"/>
                    </a:cubicBezTo>
                    <a:cubicBezTo>
                      <a:pt x="2434" y="6095"/>
                      <a:pt x="905" y="5319"/>
                      <a:pt x="453" y="3877"/>
                    </a:cubicBezTo>
                    <a:cubicBezTo>
                      <a:pt x="1" y="2434"/>
                      <a:pt x="776" y="905"/>
                      <a:pt x="2219" y="45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6" name="Google Shape;12486;p26"/>
              <p:cNvSpPr/>
              <p:nvPr/>
            </p:nvSpPr>
            <p:spPr>
              <a:xfrm rot="3331772" flipH="1">
                <a:off x="8067008" y="820259"/>
                <a:ext cx="384998" cy="363391"/>
              </a:xfrm>
              <a:custGeom>
                <a:avLst/>
                <a:gdLst/>
                <a:ahLst/>
                <a:cxnLst/>
                <a:rect l="l" t="t" r="r" b="b"/>
                <a:pathLst>
                  <a:path w="5773" h="5449" extrusionOk="0">
                    <a:moveTo>
                      <a:pt x="4588" y="604"/>
                    </a:moveTo>
                    <a:cubicBezTo>
                      <a:pt x="4932" y="927"/>
                      <a:pt x="5191" y="1336"/>
                      <a:pt x="5320" y="1767"/>
                    </a:cubicBezTo>
                    <a:cubicBezTo>
                      <a:pt x="5772" y="3209"/>
                      <a:pt x="4997" y="4738"/>
                      <a:pt x="3554" y="5190"/>
                    </a:cubicBezTo>
                    <a:cubicBezTo>
                      <a:pt x="2757" y="5449"/>
                      <a:pt x="1874" y="5320"/>
                      <a:pt x="1185" y="4846"/>
                    </a:cubicBezTo>
                    <a:cubicBezTo>
                      <a:pt x="841" y="4523"/>
                      <a:pt x="582" y="4114"/>
                      <a:pt x="453" y="3683"/>
                    </a:cubicBezTo>
                    <a:cubicBezTo>
                      <a:pt x="1" y="2240"/>
                      <a:pt x="798" y="711"/>
                      <a:pt x="2219" y="259"/>
                    </a:cubicBezTo>
                    <a:cubicBezTo>
                      <a:pt x="3016" y="1"/>
                      <a:pt x="3899" y="130"/>
                      <a:pt x="4588" y="60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7" name="Google Shape;12487;p26"/>
              <p:cNvSpPr/>
              <p:nvPr/>
            </p:nvSpPr>
            <p:spPr>
              <a:xfrm rot="3331772" flipH="1">
                <a:off x="8133193" y="873591"/>
                <a:ext cx="235614" cy="237014"/>
              </a:xfrm>
              <a:custGeom>
                <a:avLst/>
                <a:gdLst/>
                <a:ahLst/>
                <a:cxnLst/>
                <a:rect l="l" t="t" r="r" b="b"/>
                <a:pathLst>
                  <a:path w="3533" h="3554" extrusionOk="0">
                    <a:moveTo>
                      <a:pt x="1292" y="281"/>
                    </a:moveTo>
                    <a:cubicBezTo>
                      <a:pt x="2111" y="1"/>
                      <a:pt x="2994" y="475"/>
                      <a:pt x="3274" y="1293"/>
                    </a:cubicBezTo>
                    <a:cubicBezTo>
                      <a:pt x="3532" y="2133"/>
                      <a:pt x="3080" y="3016"/>
                      <a:pt x="2240" y="3274"/>
                    </a:cubicBezTo>
                    <a:cubicBezTo>
                      <a:pt x="1400" y="3554"/>
                      <a:pt x="517" y="3080"/>
                      <a:pt x="259" y="2262"/>
                    </a:cubicBezTo>
                    <a:cubicBezTo>
                      <a:pt x="0" y="1422"/>
                      <a:pt x="453" y="539"/>
                      <a:pt x="1292" y="28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8" name="Google Shape;12488;p26"/>
              <p:cNvSpPr/>
              <p:nvPr/>
            </p:nvSpPr>
            <p:spPr>
              <a:xfrm rot="3331772" flipH="1">
                <a:off x="8153582" y="888572"/>
                <a:ext cx="237014" cy="235614"/>
              </a:xfrm>
              <a:custGeom>
                <a:avLst/>
                <a:gdLst/>
                <a:ahLst/>
                <a:cxnLst/>
                <a:rect l="l" t="t" r="r" b="b"/>
                <a:pathLst>
                  <a:path w="3554" h="3533" extrusionOk="0">
                    <a:moveTo>
                      <a:pt x="1292" y="259"/>
                    </a:moveTo>
                    <a:cubicBezTo>
                      <a:pt x="2132" y="1"/>
                      <a:pt x="3015" y="453"/>
                      <a:pt x="3274" y="1271"/>
                    </a:cubicBezTo>
                    <a:cubicBezTo>
                      <a:pt x="3553" y="2111"/>
                      <a:pt x="3080" y="2994"/>
                      <a:pt x="2261" y="3252"/>
                    </a:cubicBezTo>
                    <a:cubicBezTo>
                      <a:pt x="1422" y="3532"/>
                      <a:pt x="539" y="3058"/>
                      <a:pt x="280" y="2240"/>
                    </a:cubicBezTo>
                    <a:cubicBezTo>
                      <a:pt x="0" y="1400"/>
                      <a:pt x="474" y="517"/>
                      <a:pt x="1292" y="25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9" name="Google Shape;12489;p26"/>
              <p:cNvSpPr/>
              <p:nvPr/>
            </p:nvSpPr>
            <p:spPr>
              <a:xfrm rot="3331772" flipH="1">
                <a:off x="8154453" y="898451"/>
                <a:ext cx="211206" cy="201069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015" extrusionOk="0">
                    <a:moveTo>
                      <a:pt x="2305" y="129"/>
                    </a:moveTo>
                    <a:cubicBezTo>
                      <a:pt x="2585" y="323"/>
                      <a:pt x="2779" y="603"/>
                      <a:pt x="2887" y="926"/>
                    </a:cubicBezTo>
                    <a:cubicBezTo>
                      <a:pt x="3166" y="1766"/>
                      <a:pt x="2693" y="2649"/>
                      <a:pt x="1874" y="2907"/>
                    </a:cubicBezTo>
                    <a:cubicBezTo>
                      <a:pt x="1551" y="3015"/>
                      <a:pt x="1185" y="3015"/>
                      <a:pt x="862" y="2907"/>
                    </a:cubicBezTo>
                    <a:cubicBezTo>
                      <a:pt x="582" y="2692"/>
                      <a:pt x="389" y="2412"/>
                      <a:pt x="281" y="2089"/>
                    </a:cubicBezTo>
                    <a:cubicBezTo>
                      <a:pt x="1" y="1249"/>
                      <a:pt x="475" y="366"/>
                      <a:pt x="1293" y="108"/>
                    </a:cubicBezTo>
                    <a:cubicBezTo>
                      <a:pt x="1616" y="0"/>
                      <a:pt x="1982" y="0"/>
                      <a:pt x="2305" y="129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0" name="Google Shape;12490;p26"/>
              <p:cNvSpPr/>
              <p:nvPr/>
            </p:nvSpPr>
            <p:spPr>
              <a:xfrm rot="3331772" flipH="1">
                <a:off x="8172654" y="908033"/>
                <a:ext cx="194000" cy="189598"/>
              </a:xfrm>
              <a:custGeom>
                <a:avLst/>
                <a:gdLst/>
                <a:ahLst/>
                <a:cxnLst/>
                <a:rect l="l" t="t" r="r" b="b"/>
                <a:pathLst>
                  <a:path w="2909" h="2843" extrusionOk="0">
                    <a:moveTo>
                      <a:pt x="712" y="2778"/>
                    </a:moveTo>
                    <a:cubicBezTo>
                      <a:pt x="496" y="2584"/>
                      <a:pt x="367" y="2347"/>
                      <a:pt x="281" y="2089"/>
                    </a:cubicBezTo>
                    <a:cubicBezTo>
                      <a:pt x="1" y="1249"/>
                      <a:pt x="475" y="366"/>
                      <a:pt x="1293" y="108"/>
                    </a:cubicBezTo>
                    <a:cubicBezTo>
                      <a:pt x="1594" y="22"/>
                      <a:pt x="1918" y="0"/>
                      <a:pt x="2219" y="86"/>
                    </a:cubicBezTo>
                    <a:cubicBezTo>
                      <a:pt x="2413" y="280"/>
                      <a:pt x="2564" y="517"/>
                      <a:pt x="2650" y="775"/>
                    </a:cubicBezTo>
                    <a:cubicBezTo>
                      <a:pt x="2908" y="1615"/>
                      <a:pt x="2456" y="2498"/>
                      <a:pt x="1616" y="2756"/>
                    </a:cubicBezTo>
                    <a:cubicBezTo>
                      <a:pt x="1315" y="2843"/>
                      <a:pt x="1013" y="2843"/>
                      <a:pt x="712" y="2756"/>
                    </a:cubicBezTo>
                    <a:close/>
                  </a:path>
                </a:pathLst>
              </a:custGeom>
              <a:solidFill>
                <a:srgbClr val="EFF0F1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1" name="Google Shape;12491;p26"/>
              <p:cNvSpPr/>
              <p:nvPr/>
            </p:nvSpPr>
            <p:spPr>
              <a:xfrm rot="3331772" flipH="1">
                <a:off x="7807881" y="746340"/>
                <a:ext cx="165257" cy="169525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2542" extrusionOk="0">
                    <a:moveTo>
                      <a:pt x="2305" y="948"/>
                    </a:moveTo>
                    <a:cubicBezTo>
                      <a:pt x="2003" y="87"/>
                      <a:pt x="819" y="1"/>
                      <a:pt x="410" y="819"/>
                    </a:cubicBezTo>
                    <a:cubicBezTo>
                      <a:pt x="1" y="1638"/>
                      <a:pt x="776" y="2542"/>
                      <a:pt x="1659" y="2241"/>
                    </a:cubicBezTo>
                    <a:cubicBezTo>
                      <a:pt x="2197" y="2068"/>
                      <a:pt x="2477" y="1487"/>
                      <a:pt x="2305" y="948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2" name="Google Shape;12492;p26"/>
              <p:cNvSpPr/>
              <p:nvPr/>
            </p:nvSpPr>
            <p:spPr>
              <a:xfrm rot="3331772" flipH="1">
                <a:off x="7824901" y="752845"/>
                <a:ext cx="165190" cy="168057"/>
              </a:xfrm>
              <a:custGeom>
                <a:avLst/>
                <a:gdLst/>
                <a:ahLst/>
                <a:cxnLst/>
                <a:rect l="l" t="t" r="r" b="b"/>
                <a:pathLst>
                  <a:path w="2477" h="2520" extrusionOk="0">
                    <a:moveTo>
                      <a:pt x="2305" y="948"/>
                    </a:moveTo>
                    <a:cubicBezTo>
                      <a:pt x="2003" y="86"/>
                      <a:pt x="819" y="0"/>
                      <a:pt x="410" y="797"/>
                    </a:cubicBezTo>
                    <a:cubicBezTo>
                      <a:pt x="0" y="1615"/>
                      <a:pt x="776" y="2520"/>
                      <a:pt x="1659" y="2240"/>
                    </a:cubicBezTo>
                    <a:cubicBezTo>
                      <a:pt x="2175" y="2068"/>
                      <a:pt x="2477" y="1486"/>
                      <a:pt x="2305" y="94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3" name="Google Shape;12493;p26"/>
              <p:cNvSpPr/>
              <p:nvPr/>
            </p:nvSpPr>
            <p:spPr>
              <a:xfrm rot="3331772" flipH="1">
                <a:off x="7187503" y="401006"/>
                <a:ext cx="393601" cy="410740"/>
              </a:xfrm>
              <a:custGeom>
                <a:avLst/>
                <a:gdLst/>
                <a:ahLst/>
                <a:cxnLst/>
                <a:rect l="l" t="t" r="r" b="b"/>
                <a:pathLst>
                  <a:path w="5902" h="6159" extrusionOk="0">
                    <a:moveTo>
                      <a:pt x="4092" y="5276"/>
                    </a:moveTo>
                    <a:cubicBezTo>
                      <a:pt x="2068" y="6159"/>
                      <a:pt x="1" y="4178"/>
                      <a:pt x="798" y="2110"/>
                    </a:cubicBezTo>
                    <a:cubicBezTo>
                      <a:pt x="1573" y="65"/>
                      <a:pt x="4458" y="0"/>
                      <a:pt x="5363" y="2003"/>
                    </a:cubicBezTo>
                    <a:cubicBezTo>
                      <a:pt x="5901" y="3252"/>
                      <a:pt x="5341" y="4716"/>
                      <a:pt x="4092" y="52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4" name="Google Shape;12494;p26"/>
              <p:cNvSpPr/>
              <p:nvPr/>
            </p:nvSpPr>
            <p:spPr>
              <a:xfrm rot="3331772" flipH="1">
                <a:off x="7241965" y="454739"/>
                <a:ext cx="285831" cy="297302"/>
              </a:xfrm>
              <a:custGeom>
                <a:avLst/>
                <a:gdLst/>
                <a:ahLst/>
                <a:cxnLst/>
                <a:rect l="l" t="t" r="r" b="b"/>
                <a:pathLst>
                  <a:path w="4286" h="4458" extrusionOk="0">
                    <a:moveTo>
                      <a:pt x="2972" y="3812"/>
                    </a:moveTo>
                    <a:cubicBezTo>
                      <a:pt x="1530" y="4458"/>
                      <a:pt x="1" y="3015"/>
                      <a:pt x="582" y="1529"/>
                    </a:cubicBezTo>
                    <a:cubicBezTo>
                      <a:pt x="1163" y="43"/>
                      <a:pt x="3252" y="0"/>
                      <a:pt x="3898" y="1465"/>
                    </a:cubicBezTo>
                    <a:cubicBezTo>
                      <a:pt x="4286" y="2369"/>
                      <a:pt x="3877" y="3424"/>
                      <a:pt x="2972" y="38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5" name="Google Shape;12495;p26"/>
              <p:cNvSpPr/>
              <p:nvPr/>
            </p:nvSpPr>
            <p:spPr>
              <a:xfrm rot="3331772" flipH="1">
                <a:off x="7248660" y="451364"/>
                <a:ext cx="305971" cy="284431"/>
              </a:xfrm>
              <a:custGeom>
                <a:avLst/>
                <a:gdLst/>
                <a:ahLst/>
                <a:cxnLst/>
                <a:rect l="l" t="t" r="r" b="b"/>
                <a:pathLst>
                  <a:path w="4588" h="4265" extrusionOk="0">
                    <a:moveTo>
                      <a:pt x="3144" y="4006"/>
                    </a:moveTo>
                    <a:cubicBezTo>
                      <a:pt x="2584" y="4264"/>
                      <a:pt x="1938" y="4200"/>
                      <a:pt x="1422" y="3855"/>
                    </a:cubicBezTo>
                    <a:cubicBezTo>
                      <a:pt x="0" y="2305"/>
                      <a:pt x="1960" y="1"/>
                      <a:pt x="3726" y="1142"/>
                    </a:cubicBezTo>
                    <a:cubicBezTo>
                      <a:pt x="4587" y="2046"/>
                      <a:pt x="4286" y="3532"/>
                      <a:pt x="3144" y="4027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6" name="Google Shape;12496;p26"/>
              <p:cNvSpPr/>
              <p:nvPr/>
            </p:nvSpPr>
            <p:spPr>
              <a:xfrm rot="3331772" flipH="1">
                <a:off x="7282561" y="501150"/>
                <a:ext cx="160922" cy="183930"/>
              </a:xfrm>
              <a:custGeom>
                <a:avLst/>
                <a:gdLst/>
                <a:ahLst/>
                <a:cxnLst/>
                <a:rect l="l" t="t" r="r" b="b"/>
                <a:pathLst>
                  <a:path w="2413" h="2758" extrusionOk="0">
                    <a:moveTo>
                      <a:pt x="2176" y="1271"/>
                    </a:moveTo>
                    <a:cubicBezTo>
                      <a:pt x="2046" y="2327"/>
                      <a:pt x="754" y="2757"/>
                      <a:pt x="1" y="2004"/>
                    </a:cubicBezTo>
                    <a:cubicBezTo>
                      <a:pt x="151" y="2090"/>
                      <a:pt x="324" y="2133"/>
                      <a:pt x="496" y="2154"/>
                    </a:cubicBezTo>
                    <a:cubicBezTo>
                      <a:pt x="1702" y="2327"/>
                      <a:pt x="2412" y="862"/>
                      <a:pt x="1573" y="1"/>
                    </a:cubicBezTo>
                    <a:cubicBezTo>
                      <a:pt x="2003" y="259"/>
                      <a:pt x="2240" y="755"/>
                      <a:pt x="2176" y="127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497" name="Google Shape;12497;p26"/>
            <p:cNvGrpSpPr/>
            <p:nvPr/>
          </p:nvGrpSpPr>
          <p:grpSpPr>
            <a:xfrm rot="10800000">
              <a:off x="-440153" y="2941522"/>
              <a:ext cx="1791396" cy="2014519"/>
              <a:chOff x="8443923" y="51594"/>
              <a:chExt cx="1454764" cy="1635959"/>
            </a:xfrm>
          </p:grpSpPr>
          <p:sp>
            <p:nvSpPr>
              <p:cNvPr id="12498" name="Google Shape;12498;p26"/>
              <p:cNvSpPr/>
              <p:nvPr/>
            </p:nvSpPr>
            <p:spPr>
              <a:xfrm>
                <a:off x="8585632" y="1067937"/>
                <a:ext cx="350762" cy="205682"/>
              </a:xfrm>
              <a:custGeom>
                <a:avLst/>
                <a:gdLst/>
                <a:ahLst/>
                <a:cxnLst/>
                <a:rect l="l" t="t" r="r" b="b"/>
                <a:pathLst>
                  <a:path w="5730" h="3360" extrusionOk="0">
                    <a:moveTo>
                      <a:pt x="1" y="1594"/>
                    </a:moveTo>
                    <a:lnTo>
                      <a:pt x="539" y="1"/>
                    </a:lnTo>
                    <a:lnTo>
                      <a:pt x="5729" y="1788"/>
                    </a:lnTo>
                    <a:lnTo>
                      <a:pt x="5191" y="336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9" name="Google Shape;12499;p26"/>
              <p:cNvSpPr/>
              <p:nvPr/>
            </p:nvSpPr>
            <p:spPr>
              <a:xfrm>
                <a:off x="8585632" y="1077181"/>
                <a:ext cx="346783" cy="196439"/>
              </a:xfrm>
              <a:custGeom>
                <a:avLst/>
                <a:gdLst/>
                <a:ahLst/>
                <a:cxnLst/>
                <a:rect l="l" t="t" r="r" b="b"/>
                <a:pathLst>
                  <a:path w="5665" h="3209" extrusionOk="0">
                    <a:moveTo>
                      <a:pt x="1" y="1443"/>
                    </a:moveTo>
                    <a:lnTo>
                      <a:pt x="475" y="0"/>
                    </a:lnTo>
                    <a:lnTo>
                      <a:pt x="5664" y="1788"/>
                    </a:lnTo>
                    <a:lnTo>
                      <a:pt x="5169" y="3209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0" name="Google Shape;12500;p26"/>
              <p:cNvSpPr/>
              <p:nvPr/>
            </p:nvSpPr>
            <p:spPr>
              <a:xfrm>
                <a:off x="8652907" y="867582"/>
                <a:ext cx="321685" cy="297995"/>
              </a:xfrm>
              <a:custGeom>
                <a:avLst/>
                <a:gdLst/>
                <a:ahLst/>
                <a:cxnLst/>
                <a:rect l="l" t="t" r="r" b="b"/>
                <a:pathLst>
                  <a:path w="5255" h="4868" extrusionOk="0">
                    <a:moveTo>
                      <a:pt x="0" y="3467"/>
                    </a:moveTo>
                    <a:lnTo>
                      <a:pt x="1185" y="0"/>
                    </a:lnTo>
                    <a:lnTo>
                      <a:pt x="5255" y="1400"/>
                    </a:lnTo>
                    <a:lnTo>
                      <a:pt x="4070" y="486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1" name="Google Shape;12501;p26"/>
              <p:cNvSpPr/>
              <p:nvPr/>
            </p:nvSpPr>
            <p:spPr>
              <a:xfrm>
                <a:off x="8461213" y="1277969"/>
                <a:ext cx="145080" cy="391531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6396" extrusionOk="0">
                    <a:moveTo>
                      <a:pt x="1960" y="6396"/>
                    </a:moveTo>
                    <a:lnTo>
                      <a:pt x="2369" y="1141"/>
                    </a:lnTo>
                    <a:lnTo>
                      <a:pt x="453" y="0"/>
                    </a:lnTo>
                    <a:lnTo>
                      <a:pt x="0" y="797"/>
                    </a:lnTo>
                    <a:lnTo>
                      <a:pt x="1443" y="628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2" name="Google Shape;12502;p26"/>
              <p:cNvSpPr/>
              <p:nvPr/>
            </p:nvSpPr>
            <p:spPr>
              <a:xfrm>
                <a:off x="8443923" y="1091700"/>
                <a:ext cx="207029" cy="288751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4717" extrusionOk="0">
                    <a:moveTo>
                      <a:pt x="194" y="3619"/>
                    </a:moveTo>
                    <a:lnTo>
                      <a:pt x="2024" y="432"/>
                    </a:lnTo>
                    <a:cubicBezTo>
                      <a:pt x="2197" y="109"/>
                      <a:pt x="2627" y="1"/>
                      <a:pt x="2950" y="195"/>
                    </a:cubicBezTo>
                    <a:lnTo>
                      <a:pt x="2950" y="195"/>
                    </a:lnTo>
                    <a:cubicBezTo>
                      <a:pt x="3273" y="367"/>
                      <a:pt x="3381" y="776"/>
                      <a:pt x="3187" y="1121"/>
                    </a:cubicBezTo>
                    <a:lnTo>
                      <a:pt x="1378" y="4286"/>
                    </a:lnTo>
                    <a:cubicBezTo>
                      <a:pt x="1185" y="4609"/>
                      <a:pt x="775" y="4717"/>
                      <a:pt x="452" y="4545"/>
                    </a:cubicBezTo>
                    <a:lnTo>
                      <a:pt x="452" y="4545"/>
                    </a:lnTo>
                    <a:cubicBezTo>
                      <a:pt x="129" y="4351"/>
                      <a:pt x="0" y="3942"/>
                      <a:pt x="194" y="361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3" name="Google Shape;12503;p26"/>
              <p:cNvSpPr/>
              <p:nvPr/>
            </p:nvSpPr>
            <p:spPr>
              <a:xfrm>
                <a:off x="8528276" y="1136571"/>
                <a:ext cx="205682" cy="290037"/>
              </a:xfrm>
              <a:custGeom>
                <a:avLst/>
                <a:gdLst/>
                <a:ahLst/>
                <a:cxnLst/>
                <a:rect l="l" t="t" r="r" b="b"/>
                <a:pathLst>
                  <a:path w="3360" h="4738" extrusionOk="0">
                    <a:moveTo>
                      <a:pt x="173" y="3618"/>
                    </a:moveTo>
                    <a:lnTo>
                      <a:pt x="2003" y="452"/>
                    </a:lnTo>
                    <a:cubicBezTo>
                      <a:pt x="2197" y="108"/>
                      <a:pt x="2606" y="0"/>
                      <a:pt x="2929" y="194"/>
                    </a:cubicBezTo>
                    <a:lnTo>
                      <a:pt x="2929" y="194"/>
                    </a:lnTo>
                    <a:cubicBezTo>
                      <a:pt x="3252" y="388"/>
                      <a:pt x="3360" y="797"/>
                      <a:pt x="3187" y="1120"/>
                    </a:cubicBezTo>
                    <a:lnTo>
                      <a:pt x="1357" y="4307"/>
                    </a:lnTo>
                    <a:cubicBezTo>
                      <a:pt x="1163" y="4630"/>
                      <a:pt x="754" y="4738"/>
                      <a:pt x="431" y="4544"/>
                    </a:cubicBezTo>
                    <a:lnTo>
                      <a:pt x="431" y="4544"/>
                    </a:lnTo>
                    <a:cubicBezTo>
                      <a:pt x="108" y="4372"/>
                      <a:pt x="0" y="3941"/>
                      <a:pt x="173" y="36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4" name="Google Shape;12504;p26"/>
              <p:cNvSpPr/>
              <p:nvPr/>
            </p:nvSpPr>
            <p:spPr>
              <a:xfrm>
                <a:off x="9069469" y="51594"/>
                <a:ext cx="829218" cy="676303"/>
              </a:xfrm>
              <a:custGeom>
                <a:avLst/>
                <a:gdLst/>
                <a:ahLst/>
                <a:cxnLst/>
                <a:rect l="l" t="t" r="r" b="b"/>
                <a:pathLst>
                  <a:path w="13546" h="11048" extrusionOk="0">
                    <a:moveTo>
                      <a:pt x="0" y="9217"/>
                    </a:moveTo>
                    <a:lnTo>
                      <a:pt x="1249" y="11048"/>
                    </a:lnTo>
                    <a:lnTo>
                      <a:pt x="13545" y="2628"/>
                    </a:lnTo>
                    <a:lnTo>
                      <a:pt x="13545" y="151"/>
                    </a:lnTo>
                    <a:lnTo>
                      <a:pt x="1345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5" name="Google Shape;12505;p26"/>
              <p:cNvSpPr/>
              <p:nvPr/>
            </p:nvSpPr>
            <p:spPr>
              <a:xfrm>
                <a:off x="8880929" y="599953"/>
                <a:ext cx="275590" cy="266346"/>
              </a:xfrm>
              <a:custGeom>
                <a:avLst/>
                <a:gdLst/>
                <a:ahLst/>
                <a:cxnLst/>
                <a:rect l="l" t="t" r="r" b="b"/>
                <a:pathLst>
                  <a:path w="4502" h="4351" extrusionOk="0">
                    <a:moveTo>
                      <a:pt x="1" y="1982"/>
                    </a:moveTo>
                    <a:lnTo>
                      <a:pt x="2886" y="1"/>
                    </a:lnTo>
                    <a:lnTo>
                      <a:pt x="4501" y="2370"/>
                    </a:lnTo>
                    <a:lnTo>
                      <a:pt x="1616" y="435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6" name="Google Shape;12506;p26"/>
              <p:cNvSpPr/>
              <p:nvPr/>
            </p:nvSpPr>
            <p:spPr>
              <a:xfrm>
                <a:off x="8946857" y="692264"/>
                <a:ext cx="209661" cy="171402"/>
              </a:xfrm>
              <a:custGeom>
                <a:avLst/>
                <a:gdLst/>
                <a:ahLst/>
                <a:cxnLst/>
                <a:rect l="l" t="t" r="r" b="b"/>
                <a:pathLst>
                  <a:path w="3425" h="2800" extrusionOk="0">
                    <a:moveTo>
                      <a:pt x="2821" y="0"/>
                    </a:moveTo>
                    <a:lnTo>
                      <a:pt x="3424" y="862"/>
                    </a:lnTo>
                    <a:lnTo>
                      <a:pt x="603" y="2800"/>
                    </a:lnTo>
                    <a:lnTo>
                      <a:pt x="0" y="193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7" name="Google Shape;12507;p26"/>
              <p:cNvSpPr/>
              <p:nvPr/>
            </p:nvSpPr>
            <p:spPr>
              <a:xfrm>
                <a:off x="8973240" y="725198"/>
                <a:ext cx="183278" cy="135836"/>
              </a:xfrm>
              <a:custGeom>
                <a:avLst/>
                <a:gdLst/>
                <a:ahLst/>
                <a:cxnLst/>
                <a:rect l="l" t="t" r="r" b="b"/>
                <a:pathLst>
                  <a:path w="2994" h="2219" extrusionOk="0">
                    <a:moveTo>
                      <a:pt x="2778" y="1"/>
                    </a:moveTo>
                    <a:lnTo>
                      <a:pt x="2993" y="324"/>
                    </a:lnTo>
                    <a:lnTo>
                      <a:pt x="215" y="2219"/>
                    </a:lnTo>
                    <a:lnTo>
                      <a:pt x="0" y="19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8" name="Google Shape;12508;p26"/>
              <p:cNvSpPr/>
              <p:nvPr/>
            </p:nvSpPr>
            <p:spPr>
              <a:xfrm>
                <a:off x="8705612" y="867582"/>
                <a:ext cx="268979" cy="222823"/>
              </a:xfrm>
              <a:custGeom>
                <a:avLst/>
                <a:gdLst/>
                <a:ahLst/>
                <a:cxnLst/>
                <a:rect l="l" t="t" r="r" b="b"/>
                <a:pathLst>
                  <a:path w="4394" h="3640" extrusionOk="0">
                    <a:moveTo>
                      <a:pt x="1" y="969"/>
                    </a:moveTo>
                    <a:lnTo>
                      <a:pt x="324" y="0"/>
                    </a:lnTo>
                    <a:lnTo>
                      <a:pt x="4394" y="1400"/>
                    </a:lnTo>
                    <a:lnTo>
                      <a:pt x="3704" y="3446"/>
                    </a:lnTo>
                    <a:cubicBezTo>
                      <a:pt x="2132" y="3640"/>
                      <a:pt x="625" y="2714"/>
                      <a:pt x="87" y="1249"/>
                    </a:cubicBezTo>
                    <a:cubicBezTo>
                      <a:pt x="44" y="1142"/>
                      <a:pt x="22" y="1056"/>
                      <a:pt x="1" y="969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9" name="Google Shape;12509;p26"/>
              <p:cNvSpPr/>
              <p:nvPr/>
            </p:nvSpPr>
            <p:spPr>
              <a:xfrm>
                <a:off x="8592243" y="1404066"/>
                <a:ext cx="313788" cy="283487"/>
              </a:xfrm>
              <a:custGeom>
                <a:avLst/>
                <a:gdLst/>
                <a:ahLst/>
                <a:cxnLst/>
                <a:rect l="l" t="t" r="r" b="b"/>
                <a:pathLst>
                  <a:path w="5126" h="4631" extrusionOk="0">
                    <a:moveTo>
                      <a:pt x="1" y="4394"/>
                    </a:moveTo>
                    <a:lnTo>
                      <a:pt x="2908" y="1"/>
                    </a:lnTo>
                    <a:lnTo>
                      <a:pt x="5126" y="281"/>
                    </a:lnTo>
                    <a:lnTo>
                      <a:pt x="4997" y="1185"/>
                    </a:lnTo>
                    <a:lnTo>
                      <a:pt x="496" y="463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0" name="Google Shape;12510;p26"/>
              <p:cNvSpPr/>
              <p:nvPr/>
            </p:nvSpPr>
            <p:spPr>
              <a:xfrm>
                <a:off x="8840099" y="1193182"/>
                <a:ext cx="119981" cy="311156"/>
              </a:xfrm>
              <a:custGeom>
                <a:avLst/>
                <a:gdLst/>
                <a:ahLst/>
                <a:cxnLst/>
                <a:rect l="l" t="t" r="r" b="b"/>
                <a:pathLst>
                  <a:path w="1960" h="5083" extrusionOk="0">
                    <a:moveTo>
                      <a:pt x="1400" y="4458"/>
                    </a:moveTo>
                    <a:lnTo>
                      <a:pt x="1917" y="819"/>
                    </a:lnTo>
                    <a:cubicBezTo>
                      <a:pt x="1960" y="453"/>
                      <a:pt x="1701" y="108"/>
                      <a:pt x="1335" y="65"/>
                    </a:cubicBezTo>
                    <a:lnTo>
                      <a:pt x="1335" y="65"/>
                    </a:lnTo>
                    <a:cubicBezTo>
                      <a:pt x="969" y="0"/>
                      <a:pt x="625" y="259"/>
                      <a:pt x="560" y="646"/>
                    </a:cubicBezTo>
                    <a:lnTo>
                      <a:pt x="43" y="4264"/>
                    </a:lnTo>
                    <a:cubicBezTo>
                      <a:pt x="0" y="4630"/>
                      <a:pt x="259" y="4975"/>
                      <a:pt x="625" y="5039"/>
                    </a:cubicBezTo>
                    <a:lnTo>
                      <a:pt x="625" y="5039"/>
                    </a:lnTo>
                    <a:cubicBezTo>
                      <a:pt x="991" y="5082"/>
                      <a:pt x="1335" y="4824"/>
                      <a:pt x="1400" y="445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1" name="Google Shape;12511;p26"/>
              <p:cNvSpPr/>
              <p:nvPr/>
            </p:nvSpPr>
            <p:spPr>
              <a:xfrm>
                <a:off x="8746503" y="1178674"/>
                <a:ext cx="119981" cy="309870"/>
              </a:xfrm>
              <a:custGeom>
                <a:avLst/>
                <a:gdLst/>
                <a:ahLst/>
                <a:cxnLst/>
                <a:rect l="l" t="t" r="r" b="b"/>
                <a:pathLst>
                  <a:path w="1960" h="5062" extrusionOk="0">
                    <a:moveTo>
                      <a:pt x="1400" y="4437"/>
                    </a:moveTo>
                    <a:lnTo>
                      <a:pt x="1917" y="819"/>
                    </a:lnTo>
                    <a:cubicBezTo>
                      <a:pt x="1960" y="431"/>
                      <a:pt x="1701" y="108"/>
                      <a:pt x="1335" y="44"/>
                    </a:cubicBezTo>
                    <a:lnTo>
                      <a:pt x="1335" y="44"/>
                    </a:lnTo>
                    <a:cubicBezTo>
                      <a:pt x="969" y="0"/>
                      <a:pt x="625" y="259"/>
                      <a:pt x="560" y="625"/>
                    </a:cubicBezTo>
                    <a:lnTo>
                      <a:pt x="43" y="4264"/>
                    </a:lnTo>
                    <a:cubicBezTo>
                      <a:pt x="0" y="4630"/>
                      <a:pt x="259" y="4975"/>
                      <a:pt x="625" y="5018"/>
                    </a:cubicBezTo>
                    <a:lnTo>
                      <a:pt x="625" y="5018"/>
                    </a:lnTo>
                    <a:cubicBezTo>
                      <a:pt x="991" y="5061"/>
                      <a:pt x="1335" y="4803"/>
                      <a:pt x="1400" y="443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2" name="Google Shape;12512;p26"/>
              <p:cNvSpPr/>
              <p:nvPr/>
            </p:nvSpPr>
            <p:spPr>
              <a:xfrm>
                <a:off x="8466999" y="1104850"/>
                <a:ext cx="475947" cy="382349"/>
              </a:xfrm>
              <a:custGeom>
                <a:avLst/>
                <a:gdLst/>
                <a:ahLst/>
                <a:cxnLst/>
                <a:rect l="l" t="t" r="r" b="b"/>
                <a:pathLst>
                  <a:path w="7775" h="6246" extrusionOk="0">
                    <a:moveTo>
                      <a:pt x="87" y="3511"/>
                    </a:moveTo>
                    <a:cubicBezTo>
                      <a:pt x="195" y="3188"/>
                      <a:pt x="625" y="3166"/>
                      <a:pt x="776" y="3468"/>
                    </a:cubicBezTo>
                    <a:cubicBezTo>
                      <a:pt x="927" y="3769"/>
                      <a:pt x="625" y="4092"/>
                      <a:pt x="302" y="3984"/>
                    </a:cubicBezTo>
                    <a:cubicBezTo>
                      <a:pt x="109" y="3920"/>
                      <a:pt x="1" y="3704"/>
                      <a:pt x="87" y="3511"/>
                    </a:cubicBezTo>
                    <a:close/>
                    <a:moveTo>
                      <a:pt x="1874" y="345"/>
                    </a:moveTo>
                    <a:cubicBezTo>
                      <a:pt x="2004" y="44"/>
                      <a:pt x="2434" y="1"/>
                      <a:pt x="2585" y="302"/>
                    </a:cubicBezTo>
                    <a:cubicBezTo>
                      <a:pt x="2714" y="604"/>
                      <a:pt x="2434" y="948"/>
                      <a:pt x="2111" y="840"/>
                    </a:cubicBezTo>
                    <a:cubicBezTo>
                      <a:pt x="1917" y="754"/>
                      <a:pt x="1810" y="539"/>
                      <a:pt x="1874" y="345"/>
                    </a:cubicBezTo>
                    <a:close/>
                    <a:moveTo>
                      <a:pt x="3231" y="1077"/>
                    </a:moveTo>
                    <a:cubicBezTo>
                      <a:pt x="3339" y="754"/>
                      <a:pt x="3769" y="733"/>
                      <a:pt x="3920" y="1034"/>
                    </a:cubicBezTo>
                    <a:cubicBezTo>
                      <a:pt x="4071" y="1336"/>
                      <a:pt x="3769" y="1659"/>
                      <a:pt x="3468" y="1551"/>
                    </a:cubicBezTo>
                    <a:cubicBezTo>
                      <a:pt x="3274" y="1486"/>
                      <a:pt x="3166" y="1271"/>
                      <a:pt x="3231" y="1077"/>
                    </a:cubicBezTo>
                    <a:close/>
                    <a:moveTo>
                      <a:pt x="6160" y="2068"/>
                    </a:moveTo>
                    <a:cubicBezTo>
                      <a:pt x="6267" y="1766"/>
                      <a:pt x="5944" y="1465"/>
                      <a:pt x="5643" y="1616"/>
                    </a:cubicBezTo>
                    <a:cubicBezTo>
                      <a:pt x="5341" y="1766"/>
                      <a:pt x="5363" y="2197"/>
                      <a:pt x="5686" y="2305"/>
                    </a:cubicBezTo>
                    <a:cubicBezTo>
                      <a:pt x="5880" y="2369"/>
                      <a:pt x="6095" y="2283"/>
                      <a:pt x="6160" y="2068"/>
                    </a:cubicBezTo>
                    <a:close/>
                    <a:moveTo>
                      <a:pt x="7667" y="2348"/>
                    </a:moveTo>
                    <a:cubicBezTo>
                      <a:pt x="7775" y="2025"/>
                      <a:pt x="7452" y="1745"/>
                      <a:pt x="7150" y="1874"/>
                    </a:cubicBezTo>
                    <a:cubicBezTo>
                      <a:pt x="6849" y="2025"/>
                      <a:pt x="6870" y="2477"/>
                      <a:pt x="7193" y="2585"/>
                    </a:cubicBezTo>
                    <a:cubicBezTo>
                      <a:pt x="7387" y="2649"/>
                      <a:pt x="7602" y="2542"/>
                      <a:pt x="7667" y="2348"/>
                    </a:cubicBezTo>
                    <a:close/>
                    <a:moveTo>
                      <a:pt x="7150" y="5944"/>
                    </a:moveTo>
                    <a:cubicBezTo>
                      <a:pt x="7258" y="5621"/>
                      <a:pt x="6935" y="5341"/>
                      <a:pt x="6633" y="5470"/>
                    </a:cubicBezTo>
                    <a:cubicBezTo>
                      <a:pt x="6332" y="5621"/>
                      <a:pt x="6354" y="6073"/>
                      <a:pt x="6677" y="6181"/>
                    </a:cubicBezTo>
                    <a:cubicBezTo>
                      <a:pt x="6870" y="6245"/>
                      <a:pt x="7086" y="6138"/>
                      <a:pt x="7150" y="5944"/>
                    </a:cubicBezTo>
                    <a:close/>
                    <a:moveTo>
                      <a:pt x="5664" y="5664"/>
                    </a:moveTo>
                    <a:cubicBezTo>
                      <a:pt x="5772" y="5363"/>
                      <a:pt x="5428" y="5061"/>
                      <a:pt x="5126" y="5212"/>
                    </a:cubicBezTo>
                    <a:cubicBezTo>
                      <a:pt x="4825" y="5363"/>
                      <a:pt x="4868" y="5793"/>
                      <a:pt x="5169" y="5901"/>
                    </a:cubicBezTo>
                    <a:cubicBezTo>
                      <a:pt x="5384" y="5966"/>
                      <a:pt x="5578" y="5858"/>
                      <a:pt x="5664" y="5664"/>
                    </a:cubicBezTo>
                    <a:close/>
                    <a:moveTo>
                      <a:pt x="1422" y="4221"/>
                    </a:moveTo>
                    <a:cubicBezTo>
                      <a:pt x="1594" y="3748"/>
                      <a:pt x="2305" y="3984"/>
                      <a:pt x="2133" y="4458"/>
                    </a:cubicBezTo>
                    <a:cubicBezTo>
                      <a:pt x="1982" y="4932"/>
                      <a:pt x="1250" y="4695"/>
                      <a:pt x="1422" y="422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3" name="Google Shape;12513;p26"/>
              <p:cNvSpPr/>
              <p:nvPr/>
            </p:nvSpPr>
            <p:spPr>
              <a:xfrm>
                <a:off x="8473610" y="1114093"/>
                <a:ext cx="464071" cy="371759"/>
              </a:xfrm>
              <a:custGeom>
                <a:avLst/>
                <a:gdLst/>
                <a:ahLst/>
                <a:cxnLst/>
                <a:rect l="l" t="t" r="r" b="b"/>
                <a:pathLst>
                  <a:path w="7581" h="6073" extrusionOk="0">
                    <a:moveTo>
                      <a:pt x="690" y="3360"/>
                    </a:moveTo>
                    <a:cubicBezTo>
                      <a:pt x="711" y="3424"/>
                      <a:pt x="711" y="3510"/>
                      <a:pt x="690" y="3597"/>
                    </a:cubicBezTo>
                    <a:cubicBezTo>
                      <a:pt x="604" y="3790"/>
                      <a:pt x="388" y="3898"/>
                      <a:pt x="194" y="3833"/>
                    </a:cubicBezTo>
                    <a:cubicBezTo>
                      <a:pt x="130" y="3812"/>
                      <a:pt x="65" y="3769"/>
                      <a:pt x="22" y="3704"/>
                    </a:cubicBezTo>
                    <a:cubicBezTo>
                      <a:pt x="1" y="3618"/>
                      <a:pt x="1" y="3532"/>
                      <a:pt x="22" y="3467"/>
                    </a:cubicBezTo>
                    <a:cubicBezTo>
                      <a:pt x="87" y="3252"/>
                      <a:pt x="302" y="3166"/>
                      <a:pt x="496" y="3230"/>
                    </a:cubicBezTo>
                    <a:cubicBezTo>
                      <a:pt x="582" y="3252"/>
                      <a:pt x="625" y="3295"/>
                      <a:pt x="668" y="3360"/>
                    </a:cubicBezTo>
                    <a:close/>
                    <a:moveTo>
                      <a:pt x="1831" y="302"/>
                    </a:moveTo>
                    <a:cubicBezTo>
                      <a:pt x="1896" y="108"/>
                      <a:pt x="2111" y="0"/>
                      <a:pt x="2305" y="65"/>
                    </a:cubicBezTo>
                    <a:cubicBezTo>
                      <a:pt x="2391" y="86"/>
                      <a:pt x="2434" y="130"/>
                      <a:pt x="2477" y="194"/>
                    </a:cubicBezTo>
                    <a:cubicBezTo>
                      <a:pt x="2520" y="280"/>
                      <a:pt x="2520" y="366"/>
                      <a:pt x="2477" y="453"/>
                    </a:cubicBezTo>
                    <a:cubicBezTo>
                      <a:pt x="2412" y="646"/>
                      <a:pt x="2197" y="754"/>
                      <a:pt x="2003" y="689"/>
                    </a:cubicBezTo>
                    <a:cubicBezTo>
                      <a:pt x="1939" y="668"/>
                      <a:pt x="1874" y="625"/>
                      <a:pt x="1831" y="560"/>
                    </a:cubicBezTo>
                    <a:cubicBezTo>
                      <a:pt x="1809" y="474"/>
                      <a:pt x="1809" y="388"/>
                      <a:pt x="1831" y="302"/>
                    </a:cubicBezTo>
                    <a:close/>
                    <a:moveTo>
                      <a:pt x="3188" y="1034"/>
                    </a:moveTo>
                    <a:cubicBezTo>
                      <a:pt x="3252" y="819"/>
                      <a:pt x="3468" y="711"/>
                      <a:pt x="3661" y="797"/>
                    </a:cubicBezTo>
                    <a:cubicBezTo>
                      <a:pt x="3726" y="819"/>
                      <a:pt x="3791" y="862"/>
                      <a:pt x="3834" y="905"/>
                    </a:cubicBezTo>
                    <a:cubicBezTo>
                      <a:pt x="3855" y="991"/>
                      <a:pt x="3855" y="1077"/>
                      <a:pt x="3834" y="1163"/>
                    </a:cubicBezTo>
                    <a:cubicBezTo>
                      <a:pt x="3769" y="1357"/>
                      <a:pt x="3554" y="1465"/>
                      <a:pt x="3360" y="1400"/>
                    </a:cubicBezTo>
                    <a:cubicBezTo>
                      <a:pt x="3274" y="1378"/>
                      <a:pt x="3231" y="1335"/>
                      <a:pt x="3188" y="1271"/>
                    </a:cubicBezTo>
                    <a:cubicBezTo>
                      <a:pt x="3145" y="1185"/>
                      <a:pt x="3145" y="1099"/>
                      <a:pt x="3188" y="1034"/>
                    </a:cubicBezTo>
                    <a:close/>
                    <a:moveTo>
                      <a:pt x="6052" y="1680"/>
                    </a:moveTo>
                    <a:cubicBezTo>
                      <a:pt x="6009" y="1615"/>
                      <a:pt x="5944" y="1572"/>
                      <a:pt x="5879" y="1551"/>
                    </a:cubicBezTo>
                    <a:cubicBezTo>
                      <a:pt x="5578" y="1465"/>
                      <a:pt x="5298" y="1745"/>
                      <a:pt x="5406" y="2046"/>
                    </a:cubicBezTo>
                    <a:cubicBezTo>
                      <a:pt x="5449" y="2089"/>
                      <a:pt x="5513" y="2132"/>
                      <a:pt x="5578" y="2154"/>
                    </a:cubicBezTo>
                    <a:cubicBezTo>
                      <a:pt x="5772" y="2218"/>
                      <a:pt x="5987" y="2132"/>
                      <a:pt x="6052" y="1917"/>
                    </a:cubicBezTo>
                    <a:cubicBezTo>
                      <a:pt x="6095" y="1852"/>
                      <a:pt x="6095" y="1766"/>
                      <a:pt x="6052" y="1680"/>
                    </a:cubicBezTo>
                    <a:close/>
                    <a:moveTo>
                      <a:pt x="7559" y="1938"/>
                    </a:moveTo>
                    <a:cubicBezTo>
                      <a:pt x="7516" y="1895"/>
                      <a:pt x="7451" y="1852"/>
                      <a:pt x="7387" y="1831"/>
                    </a:cubicBezTo>
                    <a:cubicBezTo>
                      <a:pt x="7193" y="1745"/>
                      <a:pt x="6978" y="1852"/>
                      <a:pt x="6913" y="2046"/>
                    </a:cubicBezTo>
                    <a:cubicBezTo>
                      <a:pt x="6870" y="2132"/>
                      <a:pt x="6870" y="2218"/>
                      <a:pt x="6913" y="2304"/>
                    </a:cubicBezTo>
                    <a:cubicBezTo>
                      <a:pt x="7085" y="2541"/>
                      <a:pt x="7451" y="2477"/>
                      <a:pt x="7559" y="2197"/>
                    </a:cubicBezTo>
                    <a:cubicBezTo>
                      <a:pt x="7581" y="2111"/>
                      <a:pt x="7581" y="2025"/>
                      <a:pt x="7559" y="1938"/>
                    </a:cubicBezTo>
                    <a:close/>
                    <a:moveTo>
                      <a:pt x="7042" y="5535"/>
                    </a:moveTo>
                    <a:cubicBezTo>
                      <a:pt x="6999" y="5492"/>
                      <a:pt x="6935" y="5448"/>
                      <a:pt x="6870" y="5405"/>
                    </a:cubicBezTo>
                    <a:cubicBezTo>
                      <a:pt x="6590" y="5319"/>
                      <a:pt x="6310" y="5599"/>
                      <a:pt x="6396" y="5879"/>
                    </a:cubicBezTo>
                    <a:cubicBezTo>
                      <a:pt x="6439" y="5944"/>
                      <a:pt x="6504" y="5987"/>
                      <a:pt x="6569" y="6008"/>
                    </a:cubicBezTo>
                    <a:cubicBezTo>
                      <a:pt x="6762" y="6073"/>
                      <a:pt x="6978" y="5965"/>
                      <a:pt x="7042" y="5771"/>
                    </a:cubicBezTo>
                    <a:cubicBezTo>
                      <a:pt x="7085" y="5685"/>
                      <a:pt x="7085" y="5599"/>
                      <a:pt x="7042" y="5513"/>
                    </a:cubicBezTo>
                    <a:close/>
                    <a:moveTo>
                      <a:pt x="5556" y="5276"/>
                    </a:moveTo>
                    <a:cubicBezTo>
                      <a:pt x="5276" y="4953"/>
                      <a:pt x="4760" y="5233"/>
                      <a:pt x="4889" y="5642"/>
                    </a:cubicBezTo>
                    <a:cubicBezTo>
                      <a:pt x="4932" y="5685"/>
                      <a:pt x="4997" y="5728"/>
                      <a:pt x="5061" y="5750"/>
                    </a:cubicBezTo>
                    <a:cubicBezTo>
                      <a:pt x="5276" y="5836"/>
                      <a:pt x="5470" y="5728"/>
                      <a:pt x="5556" y="5513"/>
                    </a:cubicBezTo>
                    <a:cubicBezTo>
                      <a:pt x="5578" y="5448"/>
                      <a:pt x="5578" y="5362"/>
                      <a:pt x="5556" y="5276"/>
                    </a:cubicBezTo>
                    <a:close/>
                    <a:moveTo>
                      <a:pt x="1379" y="4178"/>
                    </a:moveTo>
                    <a:cubicBezTo>
                      <a:pt x="1443" y="3984"/>
                      <a:pt x="1659" y="3876"/>
                      <a:pt x="1853" y="3941"/>
                    </a:cubicBezTo>
                    <a:cubicBezTo>
                      <a:pt x="2025" y="3984"/>
                      <a:pt x="2089" y="4156"/>
                      <a:pt x="2025" y="4307"/>
                    </a:cubicBezTo>
                    <a:cubicBezTo>
                      <a:pt x="1939" y="4609"/>
                      <a:pt x="1551" y="4652"/>
                      <a:pt x="1379" y="4436"/>
                    </a:cubicBezTo>
                    <a:cubicBezTo>
                      <a:pt x="1357" y="4350"/>
                      <a:pt x="1357" y="4264"/>
                      <a:pt x="1379" y="4178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4" name="Google Shape;12514;p26"/>
              <p:cNvSpPr/>
              <p:nvPr/>
            </p:nvSpPr>
            <p:spPr>
              <a:xfrm>
                <a:off x="8675311" y="621072"/>
                <a:ext cx="428444" cy="440319"/>
              </a:xfrm>
              <a:custGeom>
                <a:avLst/>
                <a:gdLst/>
                <a:ahLst/>
                <a:cxnLst/>
                <a:rect l="l" t="t" r="r" b="b"/>
                <a:pathLst>
                  <a:path w="6999" h="7193" extrusionOk="0">
                    <a:moveTo>
                      <a:pt x="2283" y="883"/>
                    </a:moveTo>
                    <a:cubicBezTo>
                      <a:pt x="4716" y="0"/>
                      <a:pt x="6999" y="2498"/>
                      <a:pt x="5922" y="4846"/>
                    </a:cubicBezTo>
                    <a:cubicBezTo>
                      <a:pt x="4824" y="7193"/>
                      <a:pt x="1443" y="7064"/>
                      <a:pt x="539" y="4630"/>
                    </a:cubicBezTo>
                    <a:cubicBezTo>
                      <a:pt x="0" y="3123"/>
                      <a:pt x="754" y="1443"/>
                      <a:pt x="2283" y="8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5" name="Google Shape;12515;p26"/>
              <p:cNvSpPr/>
              <p:nvPr/>
            </p:nvSpPr>
            <p:spPr>
              <a:xfrm>
                <a:off x="8722752" y="680389"/>
                <a:ext cx="246574" cy="222823"/>
              </a:xfrm>
              <a:custGeom>
                <a:avLst/>
                <a:gdLst/>
                <a:ahLst/>
                <a:cxnLst/>
                <a:rect l="l" t="t" r="r" b="b"/>
                <a:pathLst>
                  <a:path w="4028" h="3640" extrusionOk="0">
                    <a:moveTo>
                      <a:pt x="604" y="1551"/>
                    </a:moveTo>
                    <a:cubicBezTo>
                      <a:pt x="1099" y="603"/>
                      <a:pt x="2240" y="259"/>
                      <a:pt x="3166" y="733"/>
                    </a:cubicBezTo>
                    <a:cubicBezTo>
                      <a:pt x="3554" y="926"/>
                      <a:pt x="3855" y="1250"/>
                      <a:pt x="4027" y="1637"/>
                    </a:cubicBezTo>
                    <a:cubicBezTo>
                      <a:pt x="2606" y="1"/>
                      <a:pt x="1" y="1637"/>
                      <a:pt x="840" y="3640"/>
                    </a:cubicBezTo>
                    <a:cubicBezTo>
                      <a:pt x="367" y="3037"/>
                      <a:pt x="259" y="2219"/>
                      <a:pt x="625" y="155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6" name="Google Shape;12516;p26"/>
              <p:cNvSpPr/>
              <p:nvPr/>
            </p:nvSpPr>
            <p:spPr>
              <a:xfrm>
                <a:off x="8745156" y="698875"/>
                <a:ext cx="278222" cy="284772"/>
              </a:xfrm>
              <a:custGeom>
                <a:avLst/>
                <a:gdLst/>
                <a:ahLst/>
                <a:cxnLst/>
                <a:rect l="l" t="t" r="r" b="b"/>
                <a:pathLst>
                  <a:path w="4545" h="4652" extrusionOk="0">
                    <a:moveTo>
                      <a:pt x="1486" y="581"/>
                    </a:moveTo>
                    <a:cubicBezTo>
                      <a:pt x="3058" y="0"/>
                      <a:pt x="4544" y="1615"/>
                      <a:pt x="3834" y="3144"/>
                    </a:cubicBezTo>
                    <a:cubicBezTo>
                      <a:pt x="3145" y="4651"/>
                      <a:pt x="948" y="4565"/>
                      <a:pt x="367" y="2993"/>
                    </a:cubicBezTo>
                    <a:cubicBezTo>
                      <a:pt x="1" y="2024"/>
                      <a:pt x="517" y="926"/>
                      <a:pt x="1486" y="58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7" name="Google Shape;12517;p26"/>
              <p:cNvSpPr/>
              <p:nvPr/>
            </p:nvSpPr>
            <p:spPr>
              <a:xfrm>
                <a:off x="9069469" y="51594"/>
                <a:ext cx="829218" cy="676303"/>
              </a:xfrm>
              <a:custGeom>
                <a:avLst/>
                <a:gdLst/>
                <a:ahLst/>
                <a:cxnLst/>
                <a:rect l="l" t="t" r="r" b="b"/>
                <a:pathLst>
                  <a:path w="13546" h="11048" extrusionOk="0">
                    <a:moveTo>
                      <a:pt x="0" y="9217"/>
                    </a:moveTo>
                    <a:lnTo>
                      <a:pt x="1249" y="11048"/>
                    </a:lnTo>
                    <a:lnTo>
                      <a:pt x="13545" y="2628"/>
                    </a:lnTo>
                    <a:lnTo>
                      <a:pt x="13545" y="151"/>
                    </a:lnTo>
                    <a:lnTo>
                      <a:pt x="13459" y="1"/>
                    </a:lnTo>
                    <a:close/>
                  </a:path>
                </a:pathLst>
              </a:custGeom>
              <a:solidFill>
                <a:srgbClr val="EFF0F1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8" name="Google Shape;12518;p26"/>
              <p:cNvSpPr/>
              <p:nvPr/>
            </p:nvSpPr>
            <p:spPr>
              <a:xfrm>
                <a:off x="9085262" y="81895"/>
                <a:ext cx="813425" cy="646002"/>
              </a:xfrm>
              <a:custGeom>
                <a:avLst/>
                <a:gdLst/>
                <a:ahLst/>
                <a:cxnLst/>
                <a:rect l="l" t="t" r="r" b="b"/>
                <a:pathLst>
                  <a:path w="13288" h="10553" extrusionOk="0">
                    <a:moveTo>
                      <a:pt x="991" y="10553"/>
                    </a:moveTo>
                    <a:lnTo>
                      <a:pt x="13287" y="2133"/>
                    </a:lnTo>
                    <a:lnTo>
                      <a:pt x="13287" y="1"/>
                    </a:lnTo>
                    <a:lnTo>
                      <a:pt x="0" y="911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9" name="Google Shape;12519;p26"/>
              <p:cNvSpPr/>
              <p:nvPr/>
            </p:nvSpPr>
            <p:spPr>
              <a:xfrm>
                <a:off x="9115563" y="146538"/>
                <a:ext cx="783123" cy="581359"/>
              </a:xfrm>
              <a:custGeom>
                <a:avLst/>
                <a:gdLst/>
                <a:ahLst/>
                <a:cxnLst/>
                <a:rect l="l" t="t" r="r" b="b"/>
                <a:pathLst>
                  <a:path w="12793" h="9497" extrusionOk="0">
                    <a:moveTo>
                      <a:pt x="496" y="9497"/>
                    </a:moveTo>
                    <a:lnTo>
                      <a:pt x="12792" y="1077"/>
                    </a:lnTo>
                    <a:lnTo>
                      <a:pt x="12792" y="0"/>
                    </a:lnTo>
                    <a:lnTo>
                      <a:pt x="1" y="8765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0" name="Google Shape;12520;p26"/>
              <p:cNvSpPr/>
              <p:nvPr/>
            </p:nvSpPr>
            <p:spPr>
              <a:xfrm>
                <a:off x="8791312" y="793758"/>
                <a:ext cx="233352" cy="224169"/>
              </a:xfrm>
              <a:custGeom>
                <a:avLst/>
                <a:gdLst/>
                <a:ahLst/>
                <a:cxnLst/>
                <a:rect l="l" t="t" r="r" b="b"/>
                <a:pathLst>
                  <a:path w="3812" h="3662" extrusionOk="0">
                    <a:moveTo>
                      <a:pt x="2951" y="0"/>
                    </a:moveTo>
                    <a:cubicBezTo>
                      <a:pt x="3661" y="819"/>
                      <a:pt x="3510" y="2068"/>
                      <a:pt x="2627" y="2692"/>
                    </a:cubicBezTo>
                    <a:cubicBezTo>
                      <a:pt x="1745" y="3317"/>
                      <a:pt x="517" y="3037"/>
                      <a:pt x="0" y="2089"/>
                    </a:cubicBezTo>
                    <a:cubicBezTo>
                      <a:pt x="1314" y="3661"/>
                      <a:pt x="3812" y="2197"/>
                      <a:pt x="3101" y="280"/>
                    </a:cubicBezTo>
                    <a:cubicBezTo>
                      <a:pt x="3058" y="194"/>
                      <a:pt x="3015" y="87"/>
                      <a:pt x="29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1" name="Google Shape;12521;p26"/>
              <p:cNvSpPr/>
              <p:nvPr/>
            </p:nvSpPr>
            <p:spPr>
              <a:xfrm>
                <a:off x="8811075" y="773975"/>
                <a:ext cx="131875" cy="138474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262" extrusionOk="0">
                    <a:moveTo>
                      <a:pt x="711" y="280"/>
                    </a:moveTo>
                    <a:cubicBezTo>
                      <a:pt x="1486" y="0"/>
                      <a:pt x="2197" y="776"/>
                      <a:pt x="1852" y="1508"/>
                    </a:cubicBezTo>
                    <a:cubicBezTo>
                      <a:pt x="1529" y="2262"/>
                      <a:pt x="453" y="2218"/>
                      <a:pt x="173" y="1443"/>
                    </a:cubicBezTo>
                    <a:cubicBezTo>
                      <a:pt x="0" y="969"/>
                      <a:pt x="237" y="453"/>
                      <a:pt x="711" y="28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2" name="Google Shape;12522;p26"/>
              <p:cNvSpPr/>
              <p:nvPr/>
            </p:nvSpPr>
            <p:spPr>
              <a:xfrm>
                <a:off x="8832141" y="820141"/>
                <a:ext cx="120043" cy="118696"/>
              </a:xfrm>
              <a:custGeom>
                <a:avLst/>
                <a:gdLst/>
                <a:ahLst/>
                <a:cxnLst/>
                <a:rect l="l" t="t" r="r" b="b"/>
                <a:pathLst>
                  <a:path w="1961" h="1939" extrusionOk="0">
                    <a:moveTo>
                      <a:pt x="1444" y="0"/>
                    </a:moveTo>
                    <a:cubicBezTo>
                      <a:pt x="1508" y="65"/>
                      <a:pt x="1551" y="172"/>
                      <a:pt x="1594" y="259"/>
                    </a:cubicBezTo>
                    <a:cubicBezTo>
                      <a:pt x="1960" y="1271"/>
                      <a:pt x="539" y="1938"/>
                      <a:pt x="1" y="1012"/>
                    </a:cubicBezTo>
                    <a:cubicBezTo>
                      <a:pt x="647" y="1744"/>
                      <a:pt x="1853" y="1055"/>
                      <a:pt x="1508" y="129"/>
                    </a:cubicBezTo>
                    <a:cubicBezTo>
                      <a:pt x="1487" y="86"/>
                      <a:pt x="1465" y="43"/>
                      <a:pt x="14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_1">
    <p:bg>
      <p:bgPr>
        <a:gradFill>
          <a:gsLst>
            <a:gs pos="0">
              <a:schemeClr val="dk1"/>
            </a:gs>
            <a:gs pos="44000">
              <a:schemeClr val="accent6"/>
            </a:gs>
            <a:gs pos="100000">
              <a:schemeClr val="accent6"/>
            </a:gs>
          </a:gsLst>
          <a:lin ang="18900732" scaled="0"/>
        </a:gradFill>
        <a:effectLst/>
      </p:bgPr>
    </p:bg>
    <p:spTree>
      <p:nvGrpSpPr>
        <p:cNvPr id="1" name="Shape 12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24" name="Google Shape;12524;p27"/>
          <p:cNvGrpSpPr/>
          <p:nvPr/>
        </p:nvGrpSpPr>
        <p:grpSpPr>
          <a:xfrm rot="10800000" flipH="1">
            <a:off x="-82849" y="56"/>
            <a:ext cx="9363767" cy="2555558"/>
            <a:chOff x="1851250" y="1720850"/>
            <a:chExt cx="3539775" cy="966075"/>
          </a:xfrm>
        </p:grpSpPr>
        <p:sp>
          <p:nvSpPr>
            <p:cNvPr id="12525" name="Google Shape;12525;p27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6" name="Google Shape;12526;p27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7" name="Google Shape;12527;p27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8" name="Google Shape;12528;p27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9" name="Google Shape;12529;p27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0" name="Google Shape;12530;p27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1" name="Google Shape;12531;p27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2" name="Google Shape;12532;p27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3" name="Google Shape;12533;p27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4" name="Google Shape;12534;p27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5" name="Google Shape;12535;p27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6" name="Google Shape;12536;p27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7" name="Google Shape;12537;p27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8" name="Google Shape;12538;p27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9" name="Google Shape;12539;p27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0" name="Google Shape;12540;p27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1" name="Google Shape;12541;p27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2" name="Google Shape;12542;p27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3" name="Google Shape;12543;p27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4" name="Google Shape;12544;p27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5" name="Google Shape;12545;p27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6" name="Google Shape;12546;p27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7" name="Google Shape;12547;p27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8" name="Google Shape;12548;p27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9" name="Google Shape;12549;p27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0" name="Google Shape;12550;p27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1" name="Google Shape;12551;p27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2" name="Google Shape;12552;p27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3" name="Google Shape;12553;p27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4" name="Google Shape;12554;p27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5" name="Google Shape;12555;p27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6" name="Google Shape;12556;p27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7" name="Google Shape;12557;p27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8" name="Google Shape;12558;p27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9" name="Google Shape;12559;p27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0" name="Google Shape;12560;p27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1" name="Google Shape;12561;p27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2" name="Google Shape;12562;p27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3" name="Google Shape;12563;p27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4" name="Google Shape;12564;p27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5" name="Google Shape;12565;p27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6" name="Google Shape;12566;p27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7" name="Google Shape;12567;p27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8" name="Google Shape;12568;p27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9" name="Google Shape;12569;p27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0" name="Google Shape;12570;p27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1" name="Google Shape;12571;p27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2" name="Google Shape;12572;p27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3" name="Google Shape;12573;p27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4" name="Google Shape;12574;p27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5" name="Google Shape;12575;p27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6" name="Google Shape;12576;p27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7" name="Google Shape;12577;p27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8" name="Google Shape;12578;p27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9" name="Google Shape;12579;p27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0" name="Google Shape;12580;p27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1" name="Google Shape;12581;p27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2" name="Google Shape;12582;p27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3" name="Google Shape;12583;p27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4" name="Google Shape;12584;p27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5" name="Google Shape;12585;p27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6" name="Google Shape;12586;p27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7" name="Google Shape;12587;p27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8" name="Google Shape;12588;p27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9" name="Google Shape;12589;p27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0" name="Google Shape;12590;p27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1" name="Google Shape;12591;p27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2" name="Google Shape;12592;p27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3" name="Google Shape;12593;p27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4" name="Google Shape;12594;p27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5" name="Google Shape;12595;p27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6" name="Google Shape;12596;p27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7" name="Google Shape;12597;p27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8" name="Google Shape;12598;p27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9" name="Google Shape;12599;p27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0" name="Google Shape;12600;p27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1" name="Google Shape;12601;p27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2" name="Google Shape;12602;p27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3" name="Google Shape;12603;p27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4" name="Google Shape;12604;p27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5" name="Google Shape;12605;p27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6" name="Google Shape;12606;p27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7" name="Google Shape;12607;p27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8" name="Google Shape;12608;p27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9" name="Google Shape;12609;p27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0" name="Google Shape;12610;p27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1" name="Google Shape;12611;p27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2" name="Google Shape;12612;p27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3" name="Google Shape;12613;p27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4" name="Google Shape;12614;p27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5" name="Google Shape;12615;p27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6" name="Google Shape;12616;p27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7" name="Google Shape;12617;p27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8" name="Google Shape;12618;p27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9" name="Google Shape;12619;p27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0" name="Google Shape;12620;p27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1" name="Google Shape;12621;p27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2" name="Google Shape;12622;p27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3" name="Google Shape;12623;p27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4" name="Google Shape;12624;p27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5" name="Google Shape;12625;p27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6" name="Google Shape;12626;p27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7" name="Google Shape;12627;p27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8" name="Google Shape;12628;p27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9" name="Google Shape;12629;p27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0" name="Google Shape;12630;p27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1" name="Google Shape;12631;p27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2" name="Google Shape;12632;p27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3" name="Google Shape;12633;p27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4" name="Google Shape;12634;p27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5" name="Google Shape;12635;p27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6" name="Google Shape;12636;p27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7" name="Google Shape;12637;p27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8" name="Google Shape;12638;p27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9" name="Google Shape;12639;p27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0" name="Google Shape;12640;p27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1" name="Google Shape;12641;p27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2" name="Google Shape;12642;p27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3" name="Google Shape;12643;p27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4" name="Google Shape;12644;p27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5" name="Google Shape;12645;p27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6" name="Google Shape;12646;p27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7" name="Google Shape;12647;p27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8" name="Google Shape;12648;p27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9" name="Google Shape;12649;p27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0" name="Google Shape;12650;p27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1" name="Google Shape;12651;p27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2" name="Google Shape;12652;p27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3" name="Google Shape;12653;p27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4" name="Google Shape;12654;p27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5" name="Google Shape;12655;p27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6" name="Google Shape;12656;p27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7" name="Google Shape;12657;p27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8" name="Google Shape;12658;p27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9" name="Google Shape;12659;p27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0" name="Google Shape;12660;p27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1" name="Google Shape;12661;p27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2" name="Google Shape;12662;p27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3" name="Google Shape;12663;p27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4" name="Google Shape;12664;p27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5" name="Google Shape;12665;p27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6" name="Google Shape;12666;p27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7" name="Google Shape;12667;p27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8" name="Google Shape;12668;p27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9" name="Google Shape;12669;p27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0" name="Google Shape;12670;p27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1" name="Google Shape;12671;p27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2" name="Google Shape;12672;p27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3" name="Google Shape;12673;p27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4" name="Google Shape;12674;p27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5" name="Google Shape;12675;p27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6" name="Google Shape;12676;p27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7" name="Google Shape;12677;p27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8" name="Google Shape;12678;p27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9" name="Google Shape;12679;p27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0" name="Google Shape;12680;p27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1" name="Google Shape;12681;p27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2" name="Google Shape;12682;p27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3" name="Google Shape;12683;p27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4" name="Google Shape;12684;p27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5" name="Google Shape;12685;p27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6" name="Google Shape;12686;p27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7" name="Google Shape;12687;p27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8" name="Google Shape;12688;p27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9" name="Google Shape;12689;p27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0" name="Google Shape;12690;p27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1" name="Google Shape;12691;p27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2" name="Google Shape;12692;p27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3" name="Google Shape;12693;p27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4" name="Google Shape;12694;p27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5" name="Google Shape;12695;p27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6" name="Google Shape;12696;p27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7" name="Google Shape;12697;p27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8" name="Google Shape;12698;p27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9" name="Google Shape;12699;p27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0" name="Google Shape;12700;p27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1" name="Google Shape;12701;p27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2" name="Google Shape;12702;p27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3" name="Google Shape;12703;p27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4" name="Google Shape;12704;p27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5" name="Google Shape;12705;p27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6" name="Google Shape;12706;p27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7" name="Google Shape;12707;p27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8" name="Google Shape;12708;p27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9" name="Google Shape;12709;p27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0" name="Google Shape;12710;p27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1" name="Google Shape;12711;p27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2" name="Google Shape;12712;p27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3" name="Google Shape;12713;p27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4" name="Google Shape;12714;p27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5" name="Google Shape;12715;p27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6" name="Google Shape;12716;p27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7" name="Google Shape;12717;p27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8" name="Google Shape;12718;p27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9" name="Google Shape;12719;p27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0" name="Google Shape;12720;p27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1" name="Google Shape;12721;p27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2" name="Google Shape;12722;p27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3" name="Google Shape;12723;p27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4" name="Google Shape;12724;p27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5" name="Google Shape;12725;p27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6" name="Google Shape;12726;p27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7" name="Google Shape;12727;p27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8" name="Google Shape;12728;p27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9" name="Google Shape;12729;p27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0" name="Google Shape;12730;p27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1" name="Google Shape;12731;p27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2" name="Google Shape;12732;p27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3" name="Google Shape;12733;p27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4" name="Google Shape;12734;p27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5" name="Google Shape;12735;p27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6" name="Google Shape;12736;p27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7" name="Google Shape;12737;p27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8" name="Google Shape;12738;p27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9" name="Google Shape;12739;p27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0" name="Google Shape;12740;p27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1" name="Google Shape;12741;p27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2" name="Google Shape;12742;p27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3" name="Google Shape;12743;p27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4" name="Google Shape;12744;p27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5" name="Google Shape;12745;p27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6" name="Google Shape;12746;p27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7" name="Google Shape;12747;p27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8" name="Google Shape;12748;p27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9" name="Google Shape;12749;p27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0" name="Google Shape;12750;p27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1" name="Google Shape;12751;p27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2" name="Google Shape;12752;p27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3" name="Google Shape;12753;p27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4" name="Google Shape;12754;p27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5" name="Google Shape;12755;p27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6" name="Google Shape;12756;p27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7" name="Google Shape;12757;p27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8" name="Google Shape;12758;p27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9" name="Google Shape;12759;p27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0" name="Google Shape;12760;p27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1" name="Google Shape;12761;p27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2" name="Google Shape;12762;p27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3" name="Google Shape;12763;p27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4" name="Google Shape;12764;p27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5" name="Google Shape;12765;p27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6" name="Google Shape;12766;p27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7" name="Google Shape;12767;p27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8" name="Google Shape;12768;p27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9" name="Google Shape;12769;p27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0" name="Google Shape;12770;p27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1" name="Google Shape;12771;p27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2" name="Google Shape;12772;p27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3" name="Google Shape;12773;p27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4" name="Google Shape;12774;p27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5" name="Google Shape;12775;p27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6" name="Google Shape;12776;p27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7" name="Google Shape;12777;p27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8" name="Google Shape;12778;p27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9" name="Google Shape;12779;p27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0" name="Google Shape;12780;p27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1" name="Google Shape;12781;p27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2" name="Google Shape;12782;p27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3" name="Google Shape;12783;p27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4" name="Google Shape;12784;p27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5" name="Google Shape;12785;p27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6" name="Google Shape;12786;p27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7" name="Google Shape;12787;p27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8" name="Google Shape;12788;p27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9" name="Google Shape;12789;p27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0" name="Google Shape;12790;p27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1" name="Google Shape;12791;p27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2" name="Google Shape;12792;p27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3" name="Google Shape;12793;p27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4" name="Google Shape;12794;p27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5" name="Google Shape;12795;p27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6" name="Google Shape;12796;p27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7" name="Google Shape;12797;p27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8" name="Google Shape;12798;p27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9" name="Google Shape;12799;p27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0" name="Google Shape;12800;p27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1" name="Google Shape;12801;p27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2" name="Google Shape;12802;p27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3" name="Google Shape;12803;p27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4" name="Google Shape;12804;p27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5" name="Google Shape;12805;p27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6" name="Google Shape;12806;p27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7" name="Google Shape;12807;p27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8" name="Google Shape;12808;p27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9" name="Google Shape;12809;p27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0" name="Google Shape;12810;p27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1" name="Google Shape;12811;p27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2" name="Google Shape;12812;p27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3" name="Google Shape;12813;p27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4" name="Google Shape;12814;p27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5" name="Google Shape;12815;p27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6" name="Google Shape;12816;p27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7" name="Google Shape;12817;p27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8" name="Google Shape;12818;p27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9" name="Google Shape;12819;p27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0" name="Google Shape;12820;p27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1" name="Google Shape;12821;p27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2" name="Google Shape;12822;p27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3" name="Google Shape;12823;p27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4" name="Google Shape;12824;p27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5" name="Google Shape;12825;p27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6" name="Google Shape;12826;p27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7" name="Google Shape;12827;p27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8" name="Google Shape;12828;p27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9" name="Google Shape;12829;p27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0" name="Google Shape;12830;p27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1" name="Google Shape;12831;p27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2" name="Google Shape;12832;p27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3" name="Google Shape;12833;p27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4" name="Google Shape;12834;p27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5" name="Google Shape;12835;p27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6" name="Google Shape;12836;p27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7" name="Google Shape;12837;p27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8" name="Google Shape;12838;p27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9" name="Google Shape;12839;p27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0" name="Google Shape;12840;p27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41" name="Google Shape;12841;p27"/>
          <p:cNvGrpSpPr/>
          <p:nvPr/>
        </p:nvGrpSpPr>
        <p:grpSpPr>
          <a:xfrm rot="10800000" flipH="1">
            <a:off x="41785" y="2974626"/>
            <a:ext cx="9143721" cy="2251922"/>
            <a:chOff x="-347225" y="-1310325"/>
            <a:chExt cx="7672194" cy="1889514"/>
          </a:xfrm>
        </p:grpSpPr>
        <p:sp>
          <p:nvSpPr>
            <p:cNvPr id="12842" name="Google Shape;12842;p27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3" name="Google Shape;12843;p27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4" name="Google Shape;12844;p27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5" name="Google Shape;12845;p27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6" name="Google Shape;12846;p27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7" name="Google Shape;12847;p27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8" name="Google Shape;12848;p27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9" name="Google Shape;12849;p27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0" name="Google Shape;12850;p27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1" name="Google Shape;12851;p27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2" name="Google Shape;12852;p27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3" name="Google Shape;12853;p27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4" name="Google Shape;12854;p27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5" name="Google Shape;12855;p27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6" name="Google Shape;12856;p27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7" name="Google Shape;12857;p27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8" name="Google Shape;12858;p27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9" name="Google Shape;12859;p27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0" name="Google Shape;12860;p27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1" name="Google Shape;12861;p27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2" name="Google Shape;12862;p27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3" name="Google Shape;12863;p27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4" name="Google Shape;12864;p27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5" name="Google Shape;12865;p27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6" name="Google Shape;12866;p27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7" name="Google Shape;12867;p27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8" name="Google Shape;12868;p27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9" name="Google Shape;12869;p27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0" name="Google Shape;12870;p27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1" name="Google Shape;12871;p27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2" name="Google Shape;12872;p27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3" name="Google Shape;12873;p27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4" name="Google Shape;12874;p27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5" name="Google Shape;12875;p27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6" name="Google Shape;12876;p27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7" name="Google Shape;12877;p27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8" name="Google Shape;12878;p27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9" name="Google Shape;12879;p27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0" name="Google Shape;12880;p27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1" name="Google Shape;12881;p27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2" name="Google Shape;12882;p27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3" name="Google Shape;12883;p27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4" name="Google Shape;12884;p27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5" name="Google Shape;12885;p27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6" name="Google Shape;12886;p27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7" name="Google Shape;12887;p27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8" name="Google Shape;12888;p27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9" name="Google Shape;12889;p27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0" name="Google Shape;12890;p27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1" name="Google Shape;12891;p27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2" name="Google Shape;12892;p27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3" name="Google Shape;12893;p27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4" name="Google Shape;12894;p27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5" name="Google Shape;12895;p27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6" name="Google Shape;12896;p27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7" name="Google Shape;12897;p27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8" name="Google Shape;12898;p27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9" name="Google Shape;12899;p27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0" name="Google Shape;12900;p27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1" name="Google Shape;12901;p27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2" name="Google Shape;12902;p27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3" name="Google Shape;12903;p27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4" name="Google Shape;12904;p27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5" name="Google Shape;12905;p27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6" name="Google Shape;12906;p27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7" name="Google Shape;12907;p27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8" name="Google Shape;12908;p27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9" name="Google Shape;12909;p27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0" name="Google Shape;12910;p27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1" name="Google Shape;12911;p27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2" name="Google Shape;12912;p27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3" name="Google Shape;12913;p27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4" name="Google Shape;12914;p27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5" name="Google Shape;12915;p27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6" name="Google Shape;12916;p27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7" name="Google Shape;12917;p27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8" name="Google Shape;12918;p27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9" name="Google Shape;12919;p27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0" name="Google Shape;12920;p27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1" name="Google Shape;12921;p27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2" name="Google Shape;12922;p27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3" name="Google Shape;12923;p27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4" name="Google Shape;12924;p27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5" name="Google Shape;12925;p27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6" name="Google Shape;12926;p27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7" name="Google Shape;12927;p27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8" name="Google Shape;12928;p27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9" name="Google Shape;12929;p27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0" name="Google Shape;12930;p27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1" name="Google Shape;12931;p27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2" name="Google Shape;12932;p27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3" name="Google Shape;12933;p27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4" name="Google Shape;12934;p27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5" name="Google Shape;12935;p27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6" name="Google Shape;12936;p27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7" name="Google Shape;12937;p27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8" name="Google Shape;12938;p27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9" name="Google Shape;12939;p27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0" name="Google Shape;12940;p27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1" name="Google Shape;12941;p27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2" name="Google Shape;12942;p27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3" name="Google Shape;12943;p27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4" name="Google Shape;12944;p27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5" name="Google Shape;12945;p27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6" name="Google Shape;12946;p27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7" name="Google Shape;12947;p27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8" name="Google Shape;12948;p27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9" name="Google Shape;12949;p27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0" name="Google Shape;12950;p27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1" name="Google Shape;12951;p27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2" name="Google Shape;12952;p27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3" name="Google Shape;12953;p27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4" name="Google Shape;12954;p27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5" name="Google Shape;12955;p27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6" name="Google Shape;12956;p27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7" name="Google Shape;12957;p27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8" name="Google Shape;12958;p27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9" name="Google Shape;12959;p27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0" name="Google Shape;12960;p27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1" name="Google Shape;12961;p27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2" name="Google Shape;12962;p27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3" name="Google Shape;12963;p27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4" name="Google Shape;12964;p27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5" name="Google Shape;12965;p27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6" name="Google Shape;12966;p27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7" name="Google Shape;12967;p27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8" name="Google Shape;12968;p27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9" name="Google Shape;12969;p27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0" name="Google Shape;12970;p27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1" name="Google Shape;12971;p27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2" name="Google Shape;12972;p27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3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73" name="Google Shape;12973;p27"/>
          <p:cNvGrpSpPr/>
          <p:nvPr/>
        </p:nvGrpSpPr>
        <p:grpSpPr>
          <a:xfrm>
            <a:off x="-31476" y="4719701"/>
            <a:ext cx="9206952" cy="461886"/>
            <a:chOff x="12" y="4706850"/>
            <a:chExt cx="9519181" cy="461886"/>
          </a:xfrm>
        </p:grpSpPr>
        <p:sp>
          <p:nvSpPr>
            <p:cNvPr id="12974" name="Google Shape;12974;p27"/>
            <p:cNvSpPr/>
            <p:nvPr/>
          </p:nvSpPr>
          <p:spPr>
            <a:xfrm>
              <a:off x="12" y="4900567"/>
              <a:ext cx="9493606" cy="235503"/>
            </a:xfrm>
            <a:custGeom>
              <a:avLst/>
              <a:gdLst/>
              <a:ahLst/>
              <a:cxnLst/>
              <a:rect l="l" t="t" r="r" b="b"/>
              <a:pathLst>
                <a:path w="140412" h="3483" extrusionOk="0">
                  <a:moveTo>
                    <a:pt x="0" y="0"/>
                  </a:moveTo>
                  <a:lnTo>
                    <a:pt x="0" y="3482"/>
                  </a:lnTo>
                  <a:lnTo>
                    <a:pt x="140411" y="3482"/>
                  </a:lnTo>
                  <a:lnTo>
                    <a:pt x="140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975" name="Google Shape;12975;p27"/>
            <p:cNvGrpSpPr/>
            <p:nvPr/>
          </p:nvGrpSpPr>
          <p:grpSpPr>
            <a:xfrm>
              <a:off x="1209078" y="4884373"/>
              <a:ext cx="258320" cy="284364"/>
              <a:chOff x="-95938" y="5196046"/>
              <a:chExt cx="289499" cy="318687"/>
            </a:xfrm>
          </p:grpSpPr>
          <p:sp>
            <p:nvSpPr>
              <p:cNvPr id="12976" name="Google Shape;12976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7" name="Google Shape;12977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8" name="Google Shape;12978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9" name="Google Shape;12979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0" name="Google Shape;12980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81" name="Google Shape;12981;p27"/>
            <p:cNvGrpSpPr/>
            <p:nvPr/>
          </p:nvGrpSpPr>
          <p:grpSpPr>
            <a:xfrm>
              <a:off x="500999" y="4884373"/>
              <a:ext cx="258320" cy="284364"/>
              <a:chOff x="-95938" y="5196046"/>
              <a:chExt cx="289499" cy="318687"/>
            </a:xfrm>
          </p:grpSpPr>
          <p:sp>
            <p:nvSpPr>
              <p:cNvPr id="12982" name="Google Shape;12982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3" name="Google Shape;12983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4" name="Google Shape;12984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5" name="Google Shape;12985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6" name="Google Shape;12986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987" name="Google Shape;12987;p27"/>
            <p:cNvSpPr/>
            <p:nvPr/>
          </p:nvSpPr>
          <p:spPr>
            <a:xfrm>
              <a:off x="12" y="4706850"/>
              <a:ext cx="9493606" cy="193785"/>
            </a:xfrm>
            <a:custGeom>
              <a:avLst/>
              <a:gdLst/>
              <a:ahLst/>
              <a:cxnLst/>
              <a:rect l="l" t="t" r="r" b="b"/>
              <a:pathLst>
                <a:path w="140412" h="2866" extrusionOk="0">
                  <a:moveTo>
                    <a:pt x="140411" y="2191"/>
                  </a:moveTo>
                  <a:lnTo>
                    <a:pt x="136648" y="1"/>
                  </a:lnTo>
                  <a:lnTo>
                    <a:pt x="3089" y="1"/>
                  </a:lnTo>
                  <a:lnTo>
                    <a:pt x="0" y="2247"/>
                  </a:lnTo>
                  <a:lnTo>
                    <a:pt x="0" y="2865"/>
                  </a:lnTo>
                  <a:lnTo>
                    <a:pt x="140411" y="286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988" name="Google Shape;12988;p27"/>
            <p:cNvGrpSpPr/>
            <p:nvPr/>
          </p:nvGrpSpPr>
          <p:grpSpPr>
            <a:xfrm>
              <a:off x="1917157" y="4884373"/>
              <a:ext cx="258320" cy="284364"/>
              <a:chOff x="-95938" y="5196046"/>
              <a:chExt cx="289499" cy="318687"/>
            </a:xfrm>
          </p:grpSpPr>
          <p:sp>
            <p:nvSpPr>
              <p:cNvPr id="12989" name="Google Shape;12989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0" name="Google Shape;12990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1" name="Google Shape;12991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2" name="Google Shape;12992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3" name="Google Shape;12993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94" name="Google Shape;12994;p27"/>
            <p:cNvGrpSpPr/>
            <p:nvPr/>
          </p:nvGrpSpPr>
          <p:grpSpPr>
            <a:xfrm>
              <a:off x="2625237" y="4884373"/>
              <a:ext cx="258320" cy="284364"/>
              <a:chOff x="-95938" y="5196046"/>
              <a:chExt cx="289499" cy="318687"/>
            </a:xfrm>
          </p:grpSpPr>
          <p:sp>
            <p:nvSpPr>
              <p:cNvPr id="12995" name="Google Shape;12995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6" name="Google Shape;12996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7" name="Google Shape;12997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8" name="Google Shape;12998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9" name="Google Shape;12999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00" name="Google Shape;13000;p27"/>
            <p:cNvGrpSpPr/>
            <p:nvPr/>
          </p:nvGrpSpPr>
          <p:grpSpPr>
            <a:xfrm>
              <a:off x="3333316" y="4884373"/>
              <a:ext cx="258320" cy="284364"/>
              <a:chOff x="-95938" y="5196046"/>
              <a:chExt cx="289499" cy="318687"/>
            </a:xfrm>
          </p:grpSpPr>
          <p:sp>
            <p:nvSpPr>
              <p:cNvPr id="13001" name="Google Shape;13001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2" name="Google Shape;13002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3" name="Google Shape;13003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4" name="Google Shape;13004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5" name="Google Shape;13005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06" name="Google Shape;13006;p27"/>
            <p:cNvGrpSpPr/>
            <p:nvPr/>
          </p:nvGrpSpPr>
          <p:grpSpPr>
            <a:xfrm>
              <a:off x="4041396" y="4884373"/>
              <a:ext cx="258320" cy="284364"/>
              <a:chOff x="-95938" y="5196046"/>
              <a:chExt cx="289499" cy="318687"/>
            </a:xfrm>
          </p:grpSpPr>
          <p:sp>
            <p:nvSpPr>
              <p:cNvPr id="13007" name="Google Shape;13007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8" name="Google Shape;13008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9" name="Google Shape;13009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0" name="Google Shape;13010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1" name="Google Shape;13011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12" name="Google Shape;13012;p27"/>
            <p:cNvGrpSpPr/>
            <p:nvPr/>
          </p:nvGrpSpPr>
          <p:grpSpPr>
            <a:xfrm>
              <a:off x="4749475" y="4884373"/>
              <a:ext cx="258320" cy="284364"/>
              <a:chOff x="-95938" y="5196046"/>
              <a:chExt cx="289499" cy="318687"/>
            </a:xfrm>
          </p:grpSpPr>
          <p:sp>
            <p:nvSpPr>
              <p:cNvPr id="13013" name="Google Shape;13013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4" name="Google Shape;13014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5" name="Google Shape;13015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6" name="Google Shape;13016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7" name="Google Shape;13017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18" name="Google Shape;13018;p27"/>
            <p:cNvGrpSpPr/>
            <p:nvPr/>
          </p:nvGrpSpPr>
          <p:grpSpPr>
            <a:xfrm>
              <a:off x="5457554" y="4884373"/>
              <a:ext cx="258320" cy="284364"/>
              <a:chOff x="-95938" y="5196046"/>
              <a:chExt cx="289499" cy="318687"/>
            </a:xfrm>
          </p:grpSpPr>
          <p:sp>
            <p:nvSpPr>
              <p:cNvPr id="13019" name="Google Shape;13019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0" name="Google Shape;13020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1" name="Google Shape;13021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2" name="Google Shape;13022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3" name="Google Shape;13023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24" name="Google Shape;13024;p27"/>
            <p:cNvGrpSpPr/>
            <p:nvPr/>
          </p:nvGrpSpPr>
          <p:grpSpPr>
            <a:xfrm>
              <a:off x="6165634" y="4884373"/>
              <a:ext cx="258320" cy="284364"/>
              <a:chOff x="-95938" y="5196046"/>
              <a:chExt cx="289499" cy="318687"/>
            </a:xfrm>
          </p:grpSpPr>
          <p:sp>
            <p:nvSpPr>
              <p:cNvPr id="13025" name="Google Shape;13025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6" name="Google Shape;13026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7" name="Google Shape;13027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8" name="Google Shape;13028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9" name="Google Shape;13029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30" name="Google Shape;13030;p27"/>
            <p:cNvGrpSpPr/>
            <p:nvPr/>
          </p:nvGrpSpPr>
          <p:grpSpPr>
            <a:xfrm>
              <a:off x="6873713" y="4884373"/>
              <a:ext cx="258320" cy="284364"/>
              <a:chOff x="-95938" y="5196046"/>
              <a:chExt cx="289499" cy="318687"/>
            </a:xfrm>
          </p:grpSpPr>
          <p:sp>
            <p:nvSpPr>
              <p:cNvPr id="13031" name="Google Shape;13031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2" name="Google Shape;13032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3" name="Google Shape;13033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4" name="Google Shape;13034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5" name="Google Shape;13035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36" name="Google Shape;13036;p27"/>
            <p:cNvGrpSpPr/>
            <p:nvPr/>
          </p:nvGrpSpPr>
          <p:grpSpPr>
            <a:xfrm>
              <a:off x="7581793" y="4884373"/>
              <a:ext cx="258320" cy="284364"/>
              <a:chOff x="-95938" y="5196046"/>
              <a:chExt cx="289499" cy="318687"/>
            </a:xfrm>
          </p:grpSpPr>
          <p:sp>
            <p:nvSpPr>
              <p:cNvPr id="13037" name="Google Shape;13037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8" name="Google Shape;13038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9" name="Google Shape;13039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0" name="Google Shape;13040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1" name="Google Shape;13041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42" name="Google Shape;13042;p27"/>
            <p:cNvGrpSpPr/>
            <p:nvPr/>
          </p:nvGrpSpPr>
          <p:grpSpPr>
            <a:xfrm>
              <a:off x="8289872" y="4884373"/>
              <a:ext cx="258320" cy="284364"/>
              <a:chOff x="-95938" y="5196046"/>
              <a:chExt cx="289499" cy="318687"/>
            </a:xfrm>
          </p:grpSpPr>
          <p:sp>
            <p:nvSpPr>
              <p:cNvPr id="13043" name="Google Shape;13043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4" name="Google Shape;13044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5" name="Google Shape;13045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6" name="Google Shape;13046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7" name="Google Shape;13047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48" name="Google Shape;13048;p27"/>
            <p:cNvGrpSpPr/>
            <p:nvPr/>
          </p:nvGrpSpPr>
          <p:grpSpPr>
            <a:xfrm>
              <a:off x="8997951" y="4884373"/>
              <a:ext cx="258320" cy="284364"/>
              <a:chOff x="-95938" y="5196046"/>
              <a:chExt cx="289499" cy="318687"/>
            </a:xfrm>
          </p:grpSpPr>
          <p:sp>
            <p:nvSpPr>
              <p:cNvPr id="13049" name="Google Shape;13049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0" name="Google Shape;13050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1" name="Google Shape;13051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2" name="Google Shape;13052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3" name="Google Shape;13053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054" name="Google Shape;13054;p27"/>
            <p:cNvSpPr/>
            <p:nvPr/>
          </p:nvSpPr>
          <p:spPr>
            <a:xfrm>
              <a:off x="12" y="4896780"/>
              <a:ext cx="9519181" cy="79786"/>
            </a:xfrm>
            <a:custGeom>
              <a:avLst/>
              <a:gdLst/>
              <a:ahLst/>
              <a:cxnLst/>
              <a:rect l="l" t="t" r="r" b="b"/>
              <a:pathLst>
                <a:path w="122327" h="1180" extrusionOk="0">
                  <a:moveTo>
                    <a:pt x="122045" y="0"/>
                  </a:moveTo>
                  <a:lnTo>
                    <a:pt x="0" y="56"/>
                  </a:lnTo>
                  <a:lnTo>
                    <a:pt x="0" y="1179"/>
                  </a:lnTo>
                  <a:lnTo>
                    <a:pt x="122326" y="117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55" name="Google Shape;13055;p27"/>
          <p:cNvGrpSpPr/>
          <p:nvPr/>
        </p:nvGrpSpPr>
        <p:grpSpPr>
          <a:xfrm>
            <a:off x="466400" y="4388350"/>
            <a:ext cx="7842416" cy="456872"/>
            <a:chOff x="466400" y="4388350"/>
            <a:chExt cx="7842416" cy="456872"/>
          </a:xfrm>
        </p:grpSpPr>
        <p:grpSp>
          <p:nvGrpSpPr>
            <p:cNvPr id="13056" name="Google Shape;13056;p27"/>
            <p:cNvGrpSpPr/>
            <p:nvPr/>
          </p:nvGrpSpPr>
          <p:grpSpPr>
            <a:xfrm flipH="1">
              <a:off x="4720853" y="4521513"/>
              <a:ext cx="462413" cy="323709"/>
              <a:chOff x="75" y="3006199"/>
              <a:chExt cx="316266" cy="221400"/>
            </a:xfrm>
          </p:grpSpPr>
          <p:sp>
            <p:nvSpPr>
              <p:cNvPr id="13057" name="Google Shape;13057;p27"/>
              <p:cNvSpPr/>
              <p:nvPr/>
            </p:nvSpPr>
            <p:spPr>
              <a:xfrm>
                <a:off x="110776" y="3006199"/>
                <a:ext cx="205565" cy="193742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753" extrusionOk="0">
                    <a:moveTo>
                      <a:pt x="450" y="1910"/>
                    </a:moveTo>
                    <a:cubicBezTo>
                      <a:pt x="0" y="955"/>
                      <a:pt x="955" y="1"/>
                      <a:pt x="1910" y="338"/>
                    </a:cubicBezTo>
                    <a:cubicBezTo>
                      <a:pt x="2921" y="731"/>
                      <a:pt x="2921" y="2079"/>
                      <a:pt x="1966" y="2528"/>
                    </a:cubicBezTo>
                    <a:cubicBezTo>
                      <a:pt x="1404" y="2753"/>
                      <a:pt x="730" y="2528"/>
                      <a:pt x="450" y="191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8" name="Google Shape;13058;p27"/>
              <p:cNvSpPr/>
              <p:nvPr/>
            </p:nvSpPr>
            <p:spPr>
              <a:xfrm>
                <a:off x="150256" y="3022033"/>
                <a:ext cx="166085" cy="154192"/>
              </a:xfrm>
              <a:custGeom>
                <a:avLst/>
                <a:gdLst/>
                <a:ahLst/>
                <a:cxnLst/>
                <a:rect l="l" t="t" r="r" b="b"/>
                <a:pathLst>
                  <a:path w="2360" h="2191" extrusionOk="0">
                    <a:moveTo>
                      <a:pt x="169" y="1573"/>
                    </a:moveTo>
                    <a:cubicBezTo>
                      <a:pt x="1" y="1124"/>
                      <a:pt x="226" y="618"/>
                      <a:pt x="619" y="450"/>
                    </a:cubicBezTo>
                    <a:cubicBezTo>
                      <a:pt x="1630" y="0"/>
                      <a:pt x="2360" y="1517"/>
                      <a:pt x="1349" y="2022"/>
                    </a:cubicBezTo>
                    <a:cubicBezTo>
                      <a:pt x="900" y="2191"/>
                      <a:pt x="394" y="2022"/>
                      <a:pt x="169" y="157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9" name="Google Shape;13059;p27"/>
              <p:cNvSpPr/>
              <p:nvPr/>
            </p:nvSpPr>
            <p:spPr>
              <a:xfrm>
                <a:off x="154268" y="3053632"/>
                <a:ext cx="114641" cy="122593"/>
              </a:xfrm>
              <a:custGeom>
                <a:avLst/>
                <a:gdLst/>
                <a:ahLst/>
                <a:cxnLst/>
                <a:rect l="l" t="t" r="r" b="b"/>
                <a:pathLst>
                  <a:path w="1629" h="1742" extrusionOk="0">
                    <a:moveTo>
                      <a:pt x="112" y="1124"/>
                    </a:moveTo>
                    <a:cubicBezTo>
                      <a:pt x="0" y="843"/>
                      <a:pt x="56" y="562"/>
                      <a:pt x="225" y="281"/>
                    </a:cubicBezTo>
                    <a:cubicBezTo>
                      <a:pt x="281" y="225"/>
                      <a:pt x="337" y="169"/>
                      <a:pt x="449" y="169"/>
                    </a:cubicBezTo>
                    <a:cubicBezTo>
                      <a:pt x="843" y="1"/>
                      <a:pt x="1348" y="169"/>
                      <a:pt x="1517" y="562"/>
                    </a:cubicBezTo>
                    <a:cubicBezTo>
                      <a:pt x="1629" y="843"/>
                      <a:pt x="1629" y="1124"/>
                      <a:pt x="1460" y="1405"/>
                    </a:cubicBezTo>
                    <a:cubicBezTo>
                      <a:pt x="1404" y="1461"/>
                      <a:pt x="1292" y="1517"/>
                      <a:pt x="1236" y="1573"/>
                    </a:cubicBezTo>
                    <a:cubicBezTo>
                      <a:pt x="786" y="1742"/>
                      <a:pt x="337" y="1517"/>
                      <a:pt x="112" y="1124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0" name="Google Shape;13060;p27"/>
              <p:cNvSpPr/>
              <p:nvPr/>
            </p:nvSpPr>
            <p:spPr>
              <a:xfrm>
                <a:off x="173973" y="3073407"/>
                <a:ext cx="79172" cy="75160"/>
              </a:xfrm>
              <a:custGeom>
                <a:avLst/>
                <a:gdLst/>
                <a:ahLst/>
                <a:cxnLst/>
                <a:rect l="l" t="t" r="r" b="b"/>
                <a:pathLst>
                  <a:path w="1125" h="1068" extrusionOk="0">
                    <a:moveTo>
                      <a:pt x="563" y="1068"/>
                    </a:moveTo>
                    <a:cubicBezTo>
                      <a:pt x="226" y="1011"/>
                      <a:pt x="1" y="674"/>
                      <a:pt x="57" y="337"/>
                    </a:cubicBezTo>
                    <a:cubicBezTo>
                      <a:pt x="57" y="225"/>
                      <a:pt x="113" y="113"/>
                      <a:pt x="226" y="0"/>
                    </a:cubicBezTo>
                    <a:cubicBezTo>
                      <a:pt x="169" y="57"/>
                      <a:pt x="169" y="169"/>
                      <a:pt x="113" y="225"/>
                    </a:cubicBezTo>
                    <a:cubicBezTo>
                      <a:pt x="57" y="562"/>
                      <a:pt x="282" y="899"/>
                      <a:pt x="675" y="955"/>
                    </a:cubicBezTo>
                    <a:cubicBezTo>
                      <a:pt x="843" y="955"/>
                      <a:pt x="1012" y="899"/>
                      <a:pt x="1124" y="787"/>
                    </a:cubicBezTo>
                    <a:cubicBezTo>
                      <a:pt x="1012" y="955"/>
                      <a:pt x="787" y="1068"/>
                      <a:pt x="563" y="106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1" name="Google Shape;13061;p27"/>
              <p:cNvSpPr/>
              <p:nvPr/>
            </p:nvSpPr>
            <p:spPr>
              <a:xfrm>
                <a:off x="75" y="3065525"/>
                <a:ext cx="142369" cy="162074"/>
              </a:xfrm>
              <a:custGeom>
                <a:avLst/>
                <a:gdLst/>
                <a:ahLst/>
                <a:cxnLst/>
                <a:rect l="l" t="t" r="r" b="b"/>
                <a:pathLst>
                  <a:path w="2023" h="2303" extrusionOk="0">
                    <a:moveTo>
                      <a:pt x="394" y="1460"/>
                    </a:moveTo>
                    <a:cubicBezTo>
                      <a:pt x="1" y="562"/>
                      <a:pt x="1292" y="0"/>
                      <a:pt x="1686" y="843"/>
                    </a:cubicBezTo>
                    <a:cubicBezTo>
                      <a:pt x="2023" y="1741"/>
                      <a:pt x="731" y="2303"/>
                      <a:pt x="394" y="14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2" name="Google Shape;13062;p27"/>
              <p:cNvSpPr/>
              <p:nvPr/>
            </p:nvSpPr>
            <p:spPr>
              <a:xfrm>
                <a:off x="27733" y="3101065"/>
                <a:ext cx="87054" cy="87054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237" extrusionOk="0">
                    <a:moveTo>
                      <a:pt x="169" y="843"/>
                    </a:moveTo>
                    <a:cubicBezTo>
                      <a:pt x="1" y="562"/>
                      <a:pt x="169" y="281"/>
                      <a:pt x="394" y="169"/>
                    </a:cubicBezTo>
                    <a:cubicBezTo>
                      <a:pt x="843" y="1"/>
                      <a:pt x="1236" y="394"/>
                      <a:pt x="1068" y="787"/>
                    </a:cubicBezTo>
                    <a:cubicBezTo>
                      <a:pt x="956" y="1236"/>
                      <a:pt x="338" y="1236"/>
                      <a:pt x="169" y="8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3" name="Google Shape;13063;p27"/>
              <p:cNvSpPr/>
              <p:nvPr/>
            </p:nvSpPr>
            <p:spPr>
              <a:xfrm>
                <a:off x="31674" y="3105006"/>
                <a:ext cx="87054" cy="83113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181" extrusionOk="0">
                    <a:moveTo>
                      <a:pt x="113" y="787"/>
                    </a:moveTo>
                    <a:cubicBezTo>
                      <a:pt x="1" y="619"/>
                      <a:pt x="57" y="450"/>
                      <a:pt x="169" y="282"/>
                    </a:cubicBezTo>
                    <a:cubicBezTo>
                      <a:pt x="169" y="225"/>
                      <a:pt x="226" y="225"/>
                      <a:pt x="282" y="225"/>
                    </a:cubicBezTo>
                    <a:cubicBezTo>
                      <a:pt x="787" y="1"/>
                      <a:pt x="1237" y="506"/>
                      <a:pt x="900" y="956"/>
                    </a:cubicBezTo>
                    <a:cubicBezTo>
                      <a:pt x="900" y="1012"/>
                      <a:pt x="843" y="1012"/>
                      <a:pt x="787" y="1068"/>
                    </a:cubicBezTo>
                    <a:cubicBezTo>
                      <a:pt x="506" y="1180"/>
                      <a:pt x="169" y="1068"/>
                      <a:pt x="57" y="787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4" name="Google Shape;13064;p27"/>
              <p:cNvSpPr/>
              <p:nvPr/>
            </p:nvSpPr>
            <p:spPr>
              <a:xfrm>
                <a:off x="39626" y="3124781"/>
                <a:ext cx="55385" cy="47503"/>
              </a:xfrm>
              <a:custGeom>
                <a:avLst/>
                <a:gdLst/>
                <a:ahLst/>
                <a:cxnLst/>
                <a:rect l="l" t="t" r="r" b="b"/>
                <a:pathLst>
                  <a:path w="787" h="675" extrusionOk="0">
                    <a:moveTo>
                      <a:pt x="450" y="618"/>
                    </a:moveTo>
                    <a:cubicBezTo>
                      <a:pt x="113" y="618"/>
                      <a:pt x="0" y="225"/>
                      <a:pt x="225" y="1"/>
                    </a:cubicBezTo>
                    <a:cubicBezTo>
                      <a:pt x="169" y="57"/>
                      <a:pt x="169" y="113"/>
                      <a:pt x="169" y="169"/>
                    </a:cubicBezTo>
                    <a:cubicBezTo>
                      <a:pt x="113" y="338"/>
                      <a:pt x="281" y="562"/>
                      <a:pt x="506" y="562"/>
                    </a:cubicBezTo>
                    <a:cubicBezTo>
                      <a:pt x="562" y="562"/>
                      <a:pt x="674" y="562"/>
                      <a:pt x="787" y="450"/>
                    </a:cubicBezTo>
                    <a:cubicBezTo>
                      <a:pt x="730" y="562"/>
                      <a:pt x="562" y="675"/>
                      <a:pt x="450" y="61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65" name="Google Shape;13065;p27"/>
            <p:cNvGrpSpPr/>
            <p:nvPr/>
          </p:nvGrpSpPr>
          <p:grpSpPr>
            <a:xfrm flipH="1">
              <a:off x="4028855" y="4475313"/>
              <a:ext cx="156092" cy="306422"/>
              <a:chOff x="474406" y="2974600"/>
              <a:chExt cx="106759" cy="209577"/>
            </a:xfrm>
          </p:grpSpPr>
          <p:sp>
            <p:nvSpPr>
              <p:cNvPr id="13066" name="Google Shape;13066;p27"/>
              <p:cNvSpPr/>
              <p:nvPr/>
            </p:nvSpPr>
            <p:spPr>
              <a:xfrm>
                <a:off x="474406" y="2974600"/>
                <a:ext cx="106759" cy="209577"/>
              </a:xfrm>
              <a:custGeom>
                <a:avLst/>
                <a:gdLst/>
                <a:ahLst/>
                <a:cxnLst/>
                <a:rect l="l" t="t" r="r" b="b"/>
                <a:pathLst>
                  <a:path w="1517" h="2978" extrusionOk="0">
                    <a:moveTo>
                      <a:pt x="1517" y="2977"/>
                    </a:moveTo>
                    <a:lnTo>
                      <a:pt x="0" y="2977"/>
                    </a:lnTo>
                    <a:lnTo>
                      <a:pt x="0" y="731"/>
                    </a:lnTo>
                    <a:cubicBezTo>
                      <a:pt x="0" y="0"/>
                      <a:pt x="1517" y="0"/>
                      <a:pt x="1517" y="73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7" name="Google Shape;13067;p27"/>
              <p:cNvSpPr/>
              <p:nvPr/>
            </p:nvSpPr>
            <p:spPr>
              <a:xfrm>
                <a:off x="474406" y="2982482"/>
                <a:ext cx="98877" cy="201695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2866" extrusionOk="0">
                    <a:moveTo>
                      <a:pt x="1405" y="2865"/>
                    </a:moveTo>
                    <a:lnTo>
                      <a:pt x="0" y="2865"/>
                    </a:lnTo>
                    <a:lnTo>
                      <a:pt x="0" y="619"/>
                    </a:lnTo>
                    <a:cubicBezTo>
                      <a:pt x="0" y="506"/>
                      <a:pt x="57" y="338"/>
                      <a:pt x="169" y="282"/>
                    </a:cubicBezTo>
                    <a:cubicBezTo>
                      <a:pt x="618" y="1"/>
                      <a:pt x="1405" y="169"/>
                      <a:pt x="1405" y="675"/>
                    </a:cubicBezTo>
                    <a:lnTo>
                      <a:pt x="1405" y="2865"/>
                    </a:lnTo>
                    <a:close/>
                  </a:path>
                </a:pathLst>
              </a:custGeom>
              <a:solidFill>
                <a:srgbClr val="7A7A7A">
                  <a:alpha val="6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8" name="Google Shape;13068;p27"/>
              <p:cNvSpPr/>
              <p:nvPr/>
            </p:nvSpPr>
            <p:spPr>
              <a:xfrm>
                <a:off x="482288" y="3014151"/>
                <a:ext cx="83113" cy="98877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1405" extrusionOk="0">
                    <a:moveTo>
                      <a:pt x="1068" y="618"/>
                    </a:moveTo>
                    <a:cubicBezTo>
                      <a:pt x="1180" y="1404"/>
                      <a:pt x="1" y="1404"/>
                      <a:pt x="57" y="618"/>
                    </a:cubicBezTo>
                    <a:cubicBezTo>
                      <a:pt x="169" y="0"/>
                      <a:pt x="1012" y="0"/>
                      <a:pt x="1068" y="61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9" name="Google Shape;13069;p27"/>
              <p:cNvSpPr/>
              <p:nvPr/>
            </p:nvSpPr>
            <p:spPr>
              <a:xfrm>
                <a:off x="482288" y="3029915"/>
                <a:ext cx="79172" cy="59397"/>
              </a:xfrm>
              <a:custGeom>
                <a:avLst/>
                <a:gdLst/>
                <a:ahLst/>
                <a:cxnLst/>
                <a:rect l="l" t="t" r="r" b="b"/>
                <a:pathLst>
                  <a:path w="1125" h="844" extrusionOk="0">
                    <a:moveTo>
                      <a:pt x="225" y="57"/>
                    </a:moveTo>
                    <a:cubicBezTo>
                      <a:pt x="338" y="1"/>
                      <a:pt x="394" y="1"/>
                      <a:pt x="506" y="1"/>
                    </a:cubicBezTo>
                    <a:cubicBezTo>
                      <a:pt x="899" y="1"/>
                      <a:pt x="1124" y="450"/>
                      <a:pt x="956" y="787"/>
                    </a:cubicBezTo>
                    <a:cubicBezTo>
                      <a:pt x="843" y="843"/>
                      <a:pt x="787" y="843"/>
                      <a:pt x="675" y="843"/>
                    </a:cubicBezTo>
                    <a:cubicBezTo>
                      <a:pt x="282" y="843"/>
                      <a:pt x="1" y="394"/>
                      <a:pt x="225" y="57"/>
                    </a:cubicBezTo>
                    <a:close/>
                  </a:path>
                </a:pathLst>
              </a:custGeom>
              <a:solidFill>
                <a:srgbClr val="7A7A7A">
                  <a:alpha val="6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70" name="Google Shape;13070;p27"/>
            <p:cNvGrpSpPr/>
            <p:nvPr/>
          </p:nvGrpSpPr>
          <p:grpSpPr>
            <a:xfrm flipH="1">
              <a:off x="466400" y="4388350"/>
              <a:ext cx="230087" cy="393387"/>
              <a:chOff x="1267792" y="5309150"/>
              <a:chExt cx="230087" cy="393387"/>
            </a:xfrm>
          </p:grpSpPr>
          <p:sp>
            <p:nvSpPr>
              <p:cNvPr id="13071" name="Google Shape;13071;p27"/>
              <p:cNvSpPr/>
              <p:nvPr/>
            </p:nvSpPr>
            <p:spPr>
              <a:xfrm>
                <a:off x="1267792" y="5309150"/>
                <a:ext cx="230087" cy="393387"/>
              </a:xfrm>
              <a:custGeom>
                <a:avLst/>
                <a:gdLst/>
                <a:ahLst/>
                <a:cxnLst/>
                <a:rect l="l" t="t" r="r" b="b"/>
                <a:pathLst>
                  <a:path w="3483" h="5955" extrusionOk="0">
                    <a:moveTo>
                      <a:pt x="3483" y="1"/>
                    </a:moveTo>
                    <a:lnTo>
                      <a:pt x="3483" y="5954"/>
                    </a:lnTo>
                    <a:lnTo>
                      <a:pt x="0" y="59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2" name="Google Shape;13072;p27"/>
              <p:cNvSpPr/>
              <p:nvPr/>
            </p:nvSpPr>
            <p:spPr>
              <a:xfrm>
                <a:off x="1416227" y="5309150"/>
                <a:ext cx="81650" cy="393387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5955" extrusionOk="0">
                    <a:moveTo>
                      <a:pt x="1236" y="1"/>
                    </a:moveTo>
                    <a:lnTo>
                      <a:pt x="1236" y="5954"/>
                    </a:lnTo>
                    <a:lnTo>
                      <a:pt x="0" y="59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3" name="Google Shape;13073;p27"/>
              <p:cNvSpPr/>
              <p:nvPr/>
            </p:nvSpPr>
            <p:spPr>
              <a:xfrm>
                <a:off x="1312316" y="5309150"/>
                <a:ext cx="44591" cy="393387"/>
              </a:xfrm>
              <a:custGeom>
                <a:avLst/>
                <a:gdLst/>
                <a:ahLst/>
                <a:cxnLst/>
                <a:rect l="l" t="t" r="r" b="b"/>
                <a:pathLst>
                  <a:path w="675" h="5955" extrusionOk="0">
                    <a:moveTo>
                      <a:pt x="674" y="1"/>
                    </a:moveTo>
                    <a:lnTo>
                      <a:pt x="674" y="5954"/>
                    </a:lnTo>
                    <a:lnTo>
                      <a:pt x="0" y="59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74" name="Google Shape;13074;p27"/>
            <p:cNvGrpSpPr/>
            <p:nvPr/>
          </p:nvGrpSpPr>
          <p:grpSpPr>
            <a:xfrm flipH="1">
              <a:off x="7441113" y="4705024"/>
              <a:ext cx="356261" cy="81650"/>
              <a:chOff x="1962943" y="5517637"/>
              <a:chExt cx="356261" cy="81650"/>
            </a:xfrm>
          </p:grpSpPr>
          <p:sp>
            <p:nvSpPr>
              <p:cNvPr id="13075" name="Google Shape;13075;p27"/>
              <p:cNvSpPr/>
              <p:nvPr/>
            </p:nvSpPr>
            <p:spPr>
              <a:xfrm>
                <a:off x="1985205" y="5517637"/>
                <a:ext cx="70552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236" extrusionOk="0">
                    <a:moveTo>
                      <a:pt x="57" y="1236"/>
                    </a:moveTo>
                    <a:lnTo>
                      <a:pt x="0" y="0"/>
                    </a:lnTo>
                    <a:lnTo>
                      <a:pt x="1068" y="0"/>
                    </a:lnTo>
                    <a:lnTo>
                      <a:pt x="1068" y="123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6" name="Google Shape;13076;p27"/>
              <p:cNvSpPr/>
              <p:nvPr/>
            </p:nvSpPr>
            <p:spPr>
              <a:xfrm>
                <a:off x="2055690" y="5517637"/>
                <a:ext cx="263513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1236" extrusionOk="0">
                    <a:moveTo>
                      <a:pt x="1" y="1236"/>
                    </a:moveTo>
                    <a:lnTo>
                      <a:pt x="1" y="0"/>
                    </a:lnTo>
                    <a:lnTo>
                      <a:pt x="3988" y="0"/>
                    </a:lnTo>
                    <a:lnTo>
                      <a:pt x="3988" y="123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7" name="Google Shape;13077;p27"/>
              <p:cNvSpPr/>
              <p:nvPr/>
            </p:nvSpPr>
            <p:spPr>
              <a:xfrm>
                <a:off x="1962943" y="5517637"/>
                <a:ext cx="26028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236" extrusionOk="0">
                    <a:moveTo>
                      <a:pt x="0" y="1236"/>
                    </a:moveTo>
                    <a:lnTo>
                      <a:pt x="0" y="0"/>
                    </a:lnTo>
                    <a:lnTo>
                      <a:pt x="337" y="0"/>
                    </a:lnTo>
                    <a:lnTo>
                      <a:pt x="394" y="123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8" name="Google Shape;13078;p27"/>
              <p:cNvSpPr/>
              <p:nvPr/>
            </p:nvSpPr>
            <p:spPr>
              <a:xfrm>
                <a:off x="2055690" y="5580723"/>
                <a:ext cx="263513" cy="18563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281" extrusionOk="0">
                    <a:moveTo>
                      <a:pt x="3988" y="0"/>
                    </a:moveTo>
                    <a:lnTo>
                      <a:pt x="3988" y="281"/>
                    </a:lnTo>
                    <a:lnTo>
                      <a:pt x="1" y="28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9" name="Google Shape;13079;p27"/>
              <p:cNvSpPr/>
              <p:nvPr/>
            </p:nvSpPr>
            <p:spPr>
              <a:xfrm>
                <a:off x="1962943" y="5580723"/>
                <a:ext cx="26028" cy="18563"/>
              </a:xfrm>
              <a:custGeom>
                <a:avLst/>
                <a:gdLst/>
                <a:ahLst/>
                <a:cxnLst/>
                <a:rect l="l" t="t" r="r" b="b"/>
                <a:pathLst>
                  <a:path w="394" h="281" extrusionOk="0">
                    <a:moveTo>
                      <a:pt x="394" y="0"/>
                    </a:moveTo>
                    <a:lnTo>
                      <a:pt x="394" y="281"/>
                    </a:lnTo>
                    <a:lnTo>
                      <a:pt x="0" y="2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80" name="Google Shape;13080;p27"/>
            <p:cNvGrpSpPr/>
            <p:nvPr/>
          </p:nvGrpSpPr>
          <p:grpSpPr>
            <a:xfrm flipH="1">
              <a:off x="8056467" y="4536578"/>
              <a:ext cx="252349" cy="252349"/>
              <a:chOff x="1647575" y="5358103"/>
              <a:chExt cx="252349" cy="252349"/>
            </a:xfrm>
          </p:grpSpPr>
          <p:sp>
            <p:nvSpPr>
              <p:cNvPr id="13081" name="Google Shape;13081;p27"/>
              <p:cNvSpPr/>
              <p:nvPr/>
            </p:nvSpPr>
            <p:spPr>
              <a:xfrm>
                <a:off x="1647575" y="5358103"/>
                <a:ext cx="252349" cy="25234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3707" y="2303"/>
                    </a:moveTo>
                    <a:cubicBezTo>
                      <a:pt x="3820" y="899"/>
                      <a:pt x="2247" y="0"/>
                      <a:pt x="1124" y="899"/>
                    </a:cubicBezTo>
                    <a:cubicBezTo>
                      <a:pt x="0" y="1741"/>
                      <a:pt x="506" y="3539"/>
                      <a:pt x="1910" y="3707"/>
                    </a:cubicBezTo>
                    <a:cubicBezTo>
                      <a:pt x="2809" y="3819"/>
                      <a:pt x="3595" y="3145"/>
                      <a:pt x="3707" y="230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2" name="Google Shape;13082;p27"/>
              <p:cNvSpPr/>
              <p:nvPr/>
            </p:nvSpPr>
            <p:spPr>
              <a:xfrm>
                <a:off x="1695798" y="5428588"/>
                <a:ext cx="163300" cy="141038"/>
              </a:xfrm>
              <a:custGeom>
                <a:avLst/>
                <a:gdLst/>
                <a:ahLst/>
                <a:cxnLst/>
                <a:rect l="l" t="t" r="r" b="b"/>
                <a:pathLst>
                  <a:path w="2472" h="2135" extrusionOk="0">
                    <a:moveTo>
                      <a:pt x="2416" y="1180"/>
                    </a:moveTo>
                    <a:cubicBezTo>
                      <a:pt x="2472" y="562"/>
                      <a:pt x="2079" y="57"/>
                      <a:pt x="1461" y="0"/>
                    </a:cubicBezTo>
                    <a:lnTo>
                      <a:pt x="1405" y="0"/>
                    </a:lnTo>
                    <a:cubicBezTo>
                      <a:pt x="1" y="0"/>
                      <a:pt x="1" y="2135"/>
                      <a:pt x="1405" y="2135"/>
                    </a:cubicBezTo>
                    <a:lnTo>
                      <a:pt x="1461" y="2135"/>
                    </a:lnTo>
                    <a:cubicBezTo>
                      <a:pt x="1966" y="2022"/>
                      <a:pt x="2360" y="1685"/>
                      <a:pt x="2416" y="1180"/>
                    </a:cubicBezTo>
                    <a:close/>
                  </a:path>
                </a:pathLst>
              </a:custGeom>
              <a:solidFill>
                <a:srgbClr val="EFF0F1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3" name="Google Shape;13083;p27"/>
              <p:cNvSpPr/>
              <p:nvPr/>
            </p:nvSpPr>
            <p:spPr>
              <a:xfrm>
                <a:off x="1740322" y="5450850"/>
                <a:ext cx="85416" cy="85416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1293" extrusionOk="0">
                    <a:moveTo>
                      <a:pt x="1236" y="787"/>
                    </a:moveTo>
                    <a:cubicBezTo>
                      <a:pt x="1292" y="281"/>
                      <a:pt x="731" y="0"/>
                      <a:pt x="394" y="281"/>
                    </a:cubicBezTo>
                    <a:cubicBezTo>
                      <a:pt x="1" y="618"/>
                      <a:pt x="169" y="1180"/>
                      <a:pt x="675" y="1236"/>
                    </a:cubicBezTo>
                    <a:cubicBezTo>
                      <a:pt x="955" y="1292"/>
                      <a:pt x="1180" y="1068"/>
                      <a:pt x="1236" y="78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4" name="Google Shape;13084;p27"/>
              <p:cNvSpPr/>
              <p:nvPr/>
            </p:nvSpPr>
            <p:spPr>
              <a:xfrm>
                <a:off x="1758885" y="5495374"/>
                <a:ext cx="22328" cy="22328"/>
              </a:xfrm>
              <a:custGeom>
                <a:avLst/>
                <a:gdLst/>
                <a:ahLst/>
                <a:cxnLst/>
                <a:rect l="l" t="t" r="r" b="b"/>
                <a:pathLst>
                  <a:path w="338" h="338" extrusionOk="0">
                    <a:moveTo>
                      <a:pt x="337" y="169"/>
                    </a:moveTo>
                    <a:cubicBezTo>
                      <a:pt x="337" y="113"/>
                      <a:pt x="281" y="0"/>
                      <a:pt x="225" y="0"/>
                    </a:cubicBezTo>
                    <a:cubicBezTo>
                      <a:pt x="113" y="0"/>
                      <a:pt x="57" y="57"/>
                      <a:pt x="57" y="169"/>
                    </a:cubicBezTo>
                    <a:cubicBezTo>
                      <a:pt x="0" y="225"/>
                      <a:pt x="57" y="337"/>
                      <a:pt x="169" y="337"/>
                    </a:cubicBezTo>
                    <a:cubicBezTo>
                      <a:pt x="281" y="337"/>
                      <a:pt x="337" y="281"/>
                      <a:pt x="337" y="1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4675" y="4450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4675" y="1159054"/>
            <a:ext cx="7714800" cy="3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●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○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■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●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○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■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●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○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■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8" r:id="rId6"/>
    <p:sldLayoutId id="2147483659" r:id="rId7"/>
    <p:sldLayoutId id="2147483670" r:id="rId8"/>
    <p:sldLayoutId id="2147483672" r:id="rId9"/>
    <p:sldLayoutId id="214748367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5" name="Google Shape;13095;p31"/>
          <p:cNvSpPr txBox="1">
            <a:spLocks noGrp="1"/>
          </p:cNvSpPr>
          <p:nvPr>
            <p:ph type="subTitle" idx="1"/>
          </p:nvPr>
        </p:nvSpPr>
        <p:spPr>
          <a:xfrm>
            <a:off x="123568" y="4208677"/>
            <a:ext cx="7420232" cy="35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Kwabena Osei-Nai Jed Darko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BSc. Electrical and Electronics Engineering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Ashesi University </a:t>
            </a:r>
            <a:endParaRPr dirty="0"/>
          </a:p>
        </p:txBody>
      </p:sp>
      <p:sp>
        <p:nvSpPr>
          <p:cNvPr id="13096" name="Google Shape;13096;p31"/>
          <p:cNvSpPr txBox="1">
            <a:spLocks noGrp="1"/>
          </p:cNvSpPr>
          <p:nvPr>
            <p:ph type="ctrTitle"/>
          </p:nvPr>
        </p:nvSpPr>
        <p:spPr>
          <a:xfrm>
            <a:off x="163072" y="1522800"/>
            <a:ext cx="7970108" cy="209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spcAft>
                <a:spcPts val="200"/>
              </a:spcAft>
              <a:buClr>
                <a:schemeClr val="dk1"/>
              </a:buClr>
              <a:buSzPts val="1100"/>
            </a:pPr>
            <a:r>
              <a:rPr lang="en-US" sz="4400" dirty="0"/>
              <a:t>Robotics Technical Assessment </a:t>
            </a:r>
            <a:br>
              <a:rPr lang="en-US" sz="4400" dirty="0"/>
            </a:br>
            <a:r>
              <a:rPr lang="en" sz="3100" dirty="0">
                <a:solidFill>
                  <a:schemeClr val="accent2"/>
                </a:solidFill>
              </a:rPr>
              <a:t>Presentation</a:t>
            </a:r>
            <a:endParaRPr dirty="0"/>
          </a:p>
        </p:txBody>
      </p:sp>
      <p:grpSp>
        <p:nvGrpSpPr>
          <p:cNvPr id="13097" name="Google Shape;13097;p31"/>
          <p:cNvGrpSpPr/>
          <p:nvPr/>
        </p:nvGrpSpPr>
        <p:grpSpPr>
          <a:xfrm>
            <a:off x="6570519" y="2753591"/>
            <a:ext cx="3009760" cy="2401361"/>
            <a:chOff x="9304175" y="2551300"/>
            <a:chExt cx="1871321" cy="2251926"/>
          </a:xfrm>
        </p:grpSpPr>
        <p:sp>
          <p:nvSpPr>
            <p:cNvPr id="13098" name="Google Shape;13098;p31"/>
            <p:cNvSpPr/>
            <p:nvPr/>
          </p:nvSpPr>
          <p:spPr>
            <a:xfrm flipH="1">
              <a:off x="9304175" y="2551300"/>
              <a:ext cx="125590" cy="415957"/>
            </a:xfrm>
            <a:custGeom>
              <a:avLst/>
              <a:gdLst/>
              <a:ahLst/>
              <a:cxnLst/>
              <a:rect l="l" t="t" r="r" b="b"/>
              <a:pathLst>
                <a:path w="1798" h="5955" extrusionOk="0">
                  <a:moveTo>
                    <a:pt x="1797" y="1"/>
                  </a:moveTo>
                  <a:lnTo>
                    <a:pt x="1797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9" name="Google Shape;13099;p31"/>
            <p:cNvSpPr/>
            <p:nvPr/>
          </p:nvSpPr>
          <p:spPr>
            <a:xfrm flipH="1">
              <a:off x="9304176" y="2551300"/>
              <a:ext cx="43237" cy="415957"/>
            </a:xfrm>
            <a:custGeom>
              <a:avLst/>
              <a:gdLst/>
              <a:ahLst/>
              <a:cxnLst/>
              <a:rect l="l" t="t" r="r" b="b"/>
              <a:pathLst>
                <a:path w="619" h="5955" extrusionOk="0">
                  <a:moveTo>
                    <a:pt x="618" y="1"/>
                  </a:moveTo>
                  <a:lnTo>
                    <a:pt x="618" y="5954"/>
                  </a:lnTo>
                  <a:lnTo>
                    <a:pt x="1" y="59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0" name="Google Shape;13100;p31"/>
            <p:cNvSpPr/>
            <p:nvPr/>
          </p:nvSpPr>
          <p:spPr>
            <a:xfrm flipH="1">
              <a:off x="9378705" y="2551300"/>
              <a:ext cx="27521" cy="415957"/>
            </a:xfrm>
            <a:custGeom>
              <a:avLst/>
              <a:gdLst/>
              <a:ahLst/>
              <a:cxnLst/>
              <a:rect l="l" t="t" r="r" b="b"/>
              <a:pathLst>
                <a:path w="394" h="5955" extrusionOk="0">
                  <a:moveTo>
                    <a:pt x="393" y="1"/>
                  </a:moveTo>
                  <a:lnTo>
                    <a:pt x="393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1" name="Google Shape;13101;p31"/>
            <p:cNvSpPr/>
            <p:nvPr/>
          </p:nvSpPr>
          <p:spPr>
            <a:xfrm flipH="1">
              <a:off x="9304175" y="2967180"/>
              <a:ext cx="125590" cy="215837"/>
            </a:xfrm>
            <a:custGeom>
              <a:avLst/>
              <a:gdLst/>
              <a:ahLst/>
              <a:cxnLst/>
              <a:rect l="l" t="t" r="r" b="b"/>
              <a:pathLst>
                <a:path w="1798" h="3090" extrusionOk="0">
                  <a:moveTo>
                    <a:pt x="899" y="3089"/>
                  </a:moveTo>
                  <a:lnTo>
                    <a:pt x="1348" y="1573"/>
                  </a:lnTo>
                  <a:lnTo>
                    <a:pt x="1797" y="0"/>
                  </a:lnTo>
                  <a:lnTo>
                    <a:pt x="899" y="0"/>
                  </a:lnTo>
                  <a:lnTo>
                    <a:pt x="0" y="0"/>
                  </a:lnTo>
                  <a:lnTo>
                    <a:pt x="450" y="1573"/>
                  </a:ln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2" name="Google Shape;13102;p31"/>
            <p:cNvSpPr/>
            <p:nvPr/>
          </p:nvSpPr>
          <p:spPr>
            <a:xfrm flipH="1">
              <a:off x="9429693" y="2676818"/>
              <a:ext cx="125660" cy="153111"/>
            </a:xfrm>
            <a:custGeom>
              <a:avLst/>
              <a:gdLst/>
              <a:ahLst/>
              <a:cxnLst/>
              <a:rect l="l" t="t" r="r" b="b"/>
              <a:pathLst>
                <a:path w="1799" h="2192" extrusionOk="0">
                  <a:moveTo>
                    <a:pt x="1798" y="1"/>
                  </a:moveTo>
                  <a:lnTo>
                    <a:pt x="1798" y="2191"/>
                  </a:lnTo>
                  <a:lnTo>
                    <a:pt x="1" y="21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3" name="Google Shape;13103;p31"/>
            <p:cNvSpPr/>
            <p:nvPr/>
          </p:nvSpPr>
          <p:spPr>
            <a:xfrm flipH="1">
              <a:off x="9716065" y="3143688"/>
              <a:ext cx="588556" cy="521849"/>
            </a:xfrm>
            <a:custGeom>
              <a:avLst/>
              <a:gdLst/>
              <a:ahLst/>
              <a:cxnLst/>
              <a:rect l="l" t="t" r="r" b="b"/>
              <a:pathLst>
                <a:path w="8426" h="7471" extrusionOk="0">
                  <a:moveTo>
                    <a:pt x="1" y="6740"/>
                  </a:moveTo>
                  <a:lnTo>
                    <a:pt x="7807" y="0"/>
                  </a:lnTo>
                  <a:lnTo>
                    <a:pt x="8425" y="731"/>
                  </a:lnTo>
                  <a:lnTo>
                    <a:pt x="562" y="7470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4" name="Google Shape;13104;p31"/>
            <p:cNvSpPr/>
            <p:nvPr/>
          </p:nvSpPr>
          <p:spPr>
            <a:xfrm flipH="1">
              <a:off x="9716075" y="3143688"/>
              <a:ext cx="55042" cy="58884"/>
            </a:xfrm>
            <a:custGeom>
              <a:avLst/>
              <a:gdLst/>
              <a:ahLst/>
              <a:cxnLst/>
              <a:rect l="l" t="t" r="r" b="b"/>
              <a:pathLst>
                <a:path w="788" h="843" extrusionOk="0">
                  <a:moveTo>
                    <a:pt x="1" y="169"/>
                  </a:moveTo>
                  <a:lnTo>
                    <a:pt x="169" y="0"/>
                  </a:lnTo>
                  <a:lnTo>
                    <a:pt x="787" y="731"/>
                  </a:lnTo>
                  <a:lnTo>
                    <a:pt x="619" y="843"/>
                  </a:ln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5" name="Google Shape;13105;p31"/>
            <p:cNvSpPr/>
            <p:nvPr/>
          </p:nvSpPr>
          <p:spPr>
            <a:xfrm flipH="1">
              <a:off x="10179031" y="3508508"/>
              <a:ext cx="125590" cy="157023"/>
            </a:xfrm>
            <a:custGeom>
              <a:avLst/>
              <a:gdLst/>
              <a:ahLst/>
              <a:cxnLst/>
              <a:rect l="l" t="t" r="r" b="b"/>
              <a:pathLst>
                <a:path w="1798" h="2248" extrusionOk="0">
                  <a:moveTo>
                    <a:pt x="1" y="1517"/>
                  </a:moveTo>
                  <a:lnTo>
                    <a:pt x="1798" y="1"/>
                  </a:lnTo>
                  <a:lnTo>
                    <a:pt x="1798" y="57"/>
                  </a:lnTo>
                  <a:cubicBezTo>
                    <a:pt x="1742" y="506"/>
                    <a:pt x="1685" y="956"/>
                    <a:pt x="1573" y="1349"/>
                  </a:cubicBezTo>
                  <a:lnTo>
                    <a:pt x="562" y="2247"/>
                  </a:lnTo>
                  <a:lnTo>
                    <a:pt x="1" y="1517"/>
                  </a:ln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6" name="Google Shape;13106;p31"/>
            <p:cNvSpPr/>
            <p:nvPr/>
          </p:nvSpPr>
          <p:spPr>
            <a:xfrm flipH="1">
              <a:off x="9543474" y="2971091"/>
              <a:ext cx="278632" cy="286455"/>
            </a:xfrm>
            <a:custGeom>
              <a:avLst/>
              <a:gdLst/>
              <a:ahLst/>
              <a:cxnLst/>
              <a:rect l="l" t="t" r="r" b="b"/>
              <a:pathLst>
                <a:path w="3989" h="4101" extrusionOk="0">
                  <a:moveTo>
                    <a:pt x="1" y="1460"/>
                  </a:moveTo>
                  <a:lnTo>
                    <a:pt x="1686" y="0"/>
                  </a:lnTo>
                  <a:lnTo>
                    <a:pt x="3258" y="1854"/>
                  </a:lnTo>
                  <a:cubicBezTo>
                    <a:pt x="3988" y="2696"/>
                    <a:pt x="2303" y="4100"/>
                    <a:pt x="1630" y="3258"/>
                  </a:cubicBezTo>
                  <a:lnTo>
                    <a:pt x="1" y="1404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7" name="Google Shape;13107;p31"/>
            <p:cNvSpPr/>
            <p:nvPr/>
          </p:nvSpPr>
          <p:spPr>
            <a:xfrm flipH="1">
              <a:off x="9665083" y="2971091"/>
              <a:ext cx="157023" cy="145218"/>
            </a:xfrm>
            <a:custGeom>
              <a:avLst/>
              <a:gdLst/>
              <a:ahLst/>
              <a:cxnLst/>
              <a:rect l="l" t="t" r="r" b="b"/>
              <a:pathLst>
                <a:path w="2248" h="2079" extrusionOk="0">
                  <a:moveTo>
                    <a:pt x="1" y="1460"/>
                  </a:moveTo>
                  <a:lnTo>
                    <a:pt x="1686" y="0"/>
                  </a:lnTo>
                  <a:lnTo>
                    <a:pt x="2247" y="674"/>
                  </a:lnTo>
                  <a:lnTo>
                    <a:pt x="562" y="2078"/>
                  </a:ln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8" name="Google Shape;13108;p31"/>
            <p:cNvSpPr/>
            <p:nvPr/>
          </p:nvSpPr>
          <p:spPr>
            <a:xfrm flipH="1">
              <a:off x="10253553" y="3477146"/>
              <a:ext cx="525761" cy="1153433"/>
            </a:xfrm>
            <a:custGeom>
              <a:avLst/>
              <a:gdLst/>
              <a:ahLst/>
              <a:cxnLst/>
              <a:rect l="l" t="t" r="r" b="b"/>
              <a:pathLst>
                <a:path w="7527" h="16513" extrusionOk="0">
                  <a:moveTo>
                    <a:pt x="1" y="0"/>
                  </a:moveTo>
                  <a:lnTo>
                    <a:pt x="7527" y="0"/>
                  </a:lnTo>
                  <a:lnTo>
                    <a:pt x="7527" y="16513"/>
                  </a:lnTo>
                  <a:lnTo>
                    <a:pt x="1" y="16513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9" name="Google Shape;13109;p31"/>
            <p:cNvSpPr/>
            <p:nvPr/>
          </p:nvSpPr>
          <p:spPr>
            <a:xfrm flipH="1">
              <a:off x="10253554" y="3532047"/>
              <a:ext cx="466877" cy="1098531"/>
            </a:xfrm>
            <a:custGeom>
              <a:avLst/>
              <a:gdLst/>
              <a:ahLst/>
              <a:cxnLst/>
              <a:rect l="l" t="t" r="r" b="b"/>
              <a:pathLst>
                <a:path w="6684" h="15727" extrusionOk="0">
                  <a:moveTo>
                    <a:pt x="6684" y="1"/>
                  </a:moveTo>
                  <a:lnTo>
                    <a:pt x="6684" y="15727"/>
                  </a:lnTo>
                  <a:lnTo>
                    <a:pt x="0" y="157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0" name="Google Shape;13110;p31"/>
            <p:cNvSpPr/>
            <p:nvPr/>
          </p:nvSpPr>
          <p:spPr>
            <a:xfrm flipH="1">
              <a:off x="10308456" y="3532047"/>
              <a:ext cx="411975" cy="1098531"/>
            </a:xfrm>
            <a:custGeom>
              <a:avLst/>
              <a:gdLst/>
              <a:ahLst/>
              <a:cxnLst/>
              <a:rect l="l" t="t" r="r" b="b"/>
              <a:pathLst>
                <a:path w="5898" h="15727" extrusionOk="0">
                  <a:moveTo>
                    <a:pt x="5897" y="15727"/>
                  </a:moveTo>
                  <a:lnTo>
                    <a:pt x="0" y="15727"/>
                  </a:lnTo>
                  <a:lnTo>
                    <a:pt x="0" y="1"/>
                  </a:lnTo>
                  <a:lnTo>
                    <a:pt x="5897" y="1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1" name="Google Shape;13111;p31"/>
            <p:cNvSpPr/>
            <p:nvPr/>
          </p:nvSpPr>
          <p:spPr>
            <a:xfrm flipH="1">
              <a:off x="10084862" y="4579499"/>
              <a:ext cx="863136" cy="153111"/>
            </a:xfrm>
            <a:custGeom>
              <a:avLst/>
              <a:gdLst/>
              <a:ahLst/>
              <a:cxnLst/>
              <a:rect l="l" t="t" r="r" b="b"/>
              <a:pathLst>
                <a:path w="12357" h="2192" extrusionOk="0">
                  <a:moveTo>
                    <a:pt x="6179" y="1"/>
                  </a:moveTo>
                  <a:cubicBezTo>
                    <a:pt x="9268" y="1"/>
                    <a:pt x="11795" y="955"/>
                    <a:pt x="12357" y="2191"/>
                  </a:cubicBezTo>
                  <a:lnTo>
                    <a:pt x="1" y="2191"/>
                  </a:lnTo>
                  <a:cubicBezTo>
                    <a:pt x="562" y="955"/>
                    <a:pt x="3090" y="1"/>
                    <a:pt x="6179" y="1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2" name="Google Shape;13112;p31"/>
            <p:cNvSpPr/>
            <p:nvPr/>
          </p:nvSpPr>
          <p:spPr>
            <a:xfrm flipH="1">
              <a:off x="10084864" y="4618754"/>
              <a:ext cx="761155" cy="113856"/>
            </a:xfrm>
            <a:custGeom>
              <a:avLst/>
              <a:gdLst/>
              <a:ahLst/>
              <a:cxnLst/>
              <a:rect l="l" t="t" r="r" b="b"/>
              <a:pathLst>
                <a:path w="10897" h="1630" extrusionOk="0">
                  <a:moveTo>
                    <a:pt x="10279" y="843"/>
                  </a:moveTo>
                  <a:cubicBezTo>
                    <a:pt x="10560" y="1067"/>
                    <a:pt x="10728" y="1348"/>
                    <a:pt x="10897" y="1629"/>
                  </a:cubicBezTo>
                  <a:lnTo>
                    <a:pt x="1" y="1629"/>
                  </a:lnTo>
                  <a:cubicBezTo>
                    <a:pt x="956" y="674"/>
                    <a:pt x="3146" y="56"/>
                    <a:pt x="5730" y="56"/>
                  </a:cubicBezTo>
                  <a:cubicBezTo>
                    <a:pt x="7302" y="0"/>
                    <a:pt x="8819" y="281"/>
                    <a:pt x="10279" y="843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3" name="Google Shape;13113;p31"/>
            <p:cNvSpPr/>
            <p:nvPr/>
          </p:nvSpPr>
          <p:spPr>
            <a:xfrm flipH="1">
              <a:off x="10084862" y="4732538"/>
              <a:ext cx="863136" cy="70688"/>
            </a:xfrm>
            <a:custGeom>
              <a:avLst/>
              <a:gdLst/>
              <a:ahLst/>
              <a:cxnLst/>
              <a:rect l="l" t="t" r="r" b="b"/>
              <a:pathLst>
                <a:path w="12357" h="1012" extrusionOk="0">
                  <a:moveTo>
                    <a:pt x="1" y="1011"/>
                  </a:moveTo>
                  <a:lnTo>
                    <a:pt x="12357" y="1011"/>
                  </a:lnTo>
                  <a:lnTo>
                    <a:pt x="12357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4" name="Google Shape;13114;p31"/>
            <p:cNvSpPr/>
            <p:nvPr/>
          </p:nvSpPr>
          <p:spPr>
            <a:xfrm flipH="1">
              <a:off x="10155483" y="2982826"/>
              <a:ext cx="643458" cy="404152"/>
            </a:xfrm>
            <a:custGeom>
              <a:avLst/>
              <a:gdLst/>
              <a:ahLst/>
              <a:cxnLst/>
              <a:rect l="l" t="t" r="r" b="b"/>
              <a:pathLst>
                <a:path w="9212" h="5786" extrusionOk="0">
                  <a:moveTo>
                    <a:pt x="9043" y="1"/>
                  </a:moveTo>
                  <a:cubicBezTo>
                    <a:pt x="7583" y="675"/>
                    <a:pt x="6010" y="1012"/>
                    <a:pt x="4382" y="1012"/>
                  </a:cubicBezTo>
                  <a:cubicBezTo>
                    <a:pt x="2865" y="1068"/>
                    <a:pt x="1573" y="1124"/>
                    <a:pt x="843" y="2023"/>
                  </a:cubicBezTo>
                  <a:cubicBezTo>
                    <a:pt x="225" y="2753"/>
                    <a:pt x="1" y="3932"/>
                    <a:pt x="225" y="5786"/>
                  </a:cubicBezTo>
                  <a:lnTo>
                    <a:pt x="619" y="5729"/>
                  </a:lnTo>
                  <a:cubicBezTo>
                    <a:pt x="450" y="4045"/>
                    <a:pt x="562" y="2921"/>
                    <a:pt x="1124" y="2303"/>
                  </a:cubicBezTo>
                  <a:cubicBezTo>
                    <a:pt x="1798" y="1517"/>
                    <a:pt x="3034" y="1461"/>
                    <a:pt x="4438" y="1405"/>
                  </a:cubicBezTo>
                  <a:cubicBezTo>
                    <a:pt x="6067" y="1405"/>
                    <a:pt x="7695" y="1068"/>
                    <a:pt x="9212" y="394"/>
                  </a:cubicBezTo>
                  <a:lnTo>
                    <a:pt x="9043" y="1"/>
                  </a:lnTo>
                  <a:close/>
                </a:path>
              </a:pathLst>
            </a:custGeom>
            <a:solidFill>
              <a:srgbClr val="2E66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5" name="Google Shape;13115;p31"/>
            <p:cNvSpPr/>
            <p:nvPr/>
          </p:nvSpPr>
          <p:spPr>
            <a:xfrm flipH="1">
              <a:off x="9578797" y="2618006"/>
              <a:ext cx="1498632" cy="1353553"/>
            </a:xfrm>
            <a:custGeom>
              <a:avLst/>
              <a:gdLst/>
              <a:ahLst/>
              <a:cxnLst/>
              <a:rect l="l" t="t" r="r" b="b"/>
              <a:pathLst>
                <a:path w="21455" h="19378" extrusionOk="0">
                  <a:moveTo>
                    <a:pt x="21455" y="3707"/>
                  </a:moveTo>
                  <a:lnTo>
                    <a:pt x="18310" y="0"/>
                  </a:lnTo>
                  <a:lnTo>
                    <a:pt x="0" y="15670"/>
                  </a:lnTo>
                  <a:lnTo>
                    <a:pt x="3201" y="19377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6" name="Google Shape;13116;p31"/>
            <p:cNvSpPr/>
            <p:nvPr/>
          </p:nvSpPr>
          <p:spPr>
            <a:xfrm flipH="1">
              <a:off x="9586620" y="2665084"/>
              <a:ext cx="1459446" cy="1306474"/>
            </a:xfrm>
            <a:custGeom>
              <a:avLst/>
              <a:gdLst/>
              <a:ahLst/>
              <a:cxnLst/>
              <a:rect l="l" t="t" r="r" b="b"/>
              <a:pathLst>
                <a:path w="20894" h="18704" extrusionOk="0">
                  <a:moveTo>
                    <a:pt x="0" y="15558"/>
                  </a:moveTo>
                  <a:lnTo>
                    <a:pt x="2752" y="18703"/>
                  </a:lnTo>
                  <a:lnTo>
                    <a:pt x="20894" y="3146"/>
                  </a:lnTo>
                  <a:lnTo>
                    <a:pt x="18198" y="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7" name="Google Shape;13117;p31"/>
            <p:cNvSpPr/>
            <p:nvPr/>
          </p:nvSpPr>
          <p:spPr>
            <a:xfrm flipH="1">
              <a:off x="9617983" y="2665084"/>
              <a:ext cx="1424172" cy="1271130"/>
            </a:xfrm>
            <a:custGeom>
              <a:avLst/>
              <a:gdLst/>
              <a:ahLst/>
              <a:cxnLst/>
              <a:rect l="l" t="t" r="r" b="b"/>
              <a:pathLst>
                <a:path w="20389" h="18198" extrusionOk="0">
                  <a:moveTo>
                    <a:pt x="20388" y="2640"/>
                  </a:moveTo>
                  <a:lnTo>
                    <a:pt x="18142" y="0"/>
                  </a:lnTo>
                  <a:lnTo>
                    <a:pt x="1" y="15558"/>
                  </a:lnTo>
                  <a:lnTo>
                    <a:pt x="2247" y="18198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8" name="Google Shape;13118;p31"/>
            <p:cNvSpPr/>
            <p:nvPr/>
          </p:nvSpPr>
          <p:spPr>
            <a:xfrm flipH="1">
              <a:off x="10253554" y="3473234"/>
              <a:ext cx="466877" cy="329622"/>
            </a:xfrm>
            <a:custGeom>
              <a:avLst/>
              <a:gdLst/>
              <a:ahLst/>
              <a:cxnLst/>
              <a:rect l="l" t="t" r="r" b="b"/>
              <a:pathLst>
                <a:path w="6684" h="4719" extrusionOk="0">
                  <a:moveTo>
                    <a:pt x="6684" y="56"/>
                  </a:moveTo>
                  <a:lnTo>
                    <a:pt x="6684" y="3258"/>
                  </a:lnTo>
                  <a:cubicBezTo>
                    <a:pt x="5897" y="4156"/>
                    <a:pt x="4718" y="4718"/>
                    <a:pt x="3538" y="4718"/>
                  </a:cubicBezTo>
                  <a:cubicBezTo>
                    <a:pt x="2078" y="4718"/>
                    <a:pt x="786" y="3988"/>
                    <a:pt x="0" y="28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9" name="Google Shape;13119;p31"/>
            <p:cNvSpPr/>
            <p:nvPr/>
          </p:nvSpPr>
          <p:spPr>
            <a:xfrm flipH="1">
              <a:off x="10222190" y="3151511"/>
              <a:ext cx="588486" cy="588556"/>
            </a:xfrm>
            <a:custGeom>
              <a:avLst/>
              <a:gdLst/>
              <a:ahLst/>
              <a:cxnLst/>
              <a:rect l="l" t="t" r="r" b="b"/>
              <a:pathLst>
                <a:path w="8425" h="8426" extrusionOk="0">
                  <a:moveTo>
                    <a:pt x="4213" y="1"/>
                  </a:moveTo>
                  <a:cubicBezTo>
                    <a:pt x="6572" y="1"/>
                    <a:pt x="8425" y="1854"/>
                    <a:pt x="8425" y="4213"/>
                  </a:cubicBezTo>
                  <a:cubicBezTo>
                    <a:pt x="8425" y="6516"/>
                    <a:pt x="6572" y="8425"/>
                    <a:pt x="4213" y="8425"/>
                  </a:cubicBezTo>
                  <a:cubicBezTo>
                    <a:pt x="1910" y="8425"/>
                    <a:pt x="0" y="6516"/>
                    <a:pt x="0" y="4213"/>
                  </a:cubicBezTo>
                  <a:cubicBezTo>
                    <a:pt x="0" y="1854"/>
                    <a:pt x="1910" y="1"/>
                    <a:pt x="4213" y="1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0" name="Google Shape;13120;p31"/>
            <p:cNvSpPr/>
            <p:nvPr/>
          </p:nvSpPr>
          <p:spPr>
            <a:xfrm flipH="1">
              <a:off x="10226102" y="3186854"/>
              <a:ext cx="561035" cy="553212"/>
            </a:xfrm>
            <a:custGeom>
              <a:avLst/>
              <a:gdLst/>
              <a:ahLst/>
              <a:cxnLst/>
              <a:rect l="l" t="t" r="r" b="b"/>
              <a:pathLst>
                <a:path w="8032" h="7920" extrusionOk="0">
                  <a:moveTo>
                    <a:pt x="7526" y="1629"/>
                  </a:moveTo>
                  <a:cubicBezTo>
                    <a:pt x="7863" y="2247"/>
                    <a:pt x="8032" y="2977"/>
                    <a:pt x="8032" y="3707"/>
                  </a:cubicBezTo>
                  <a:cubicBezTo>
                    <a:pt x="8032" y="6010"/>
                    <a:pt x="6178" y="7919"/>
                    <a:pt x="3819" y="7919"/>
                  </a:cubicBezTo>
                  <a:cubicBezTo>
                    <a:pt x="2584" y="7863"/>
                    <a:pt x="1348" y="7302"/>
                    <a:pt x="562" y="6291"/>
                  </a:cubicBezTo>
                  <a:cubicBezTo>
                    <a:pt x="169" y="5673"/>
                    <a:pt x="0" y="4943"/>
                    <a:pt x="0" y="4213"/>
                  </a:cubicBezTo>
                  <a:cubicBezTo>
                    <a:pt x="0" y="1910"/>
                    <a:pt x="1910" y="0"/>
                    <a:pt x="4213" y="0"/>
                  </a:cubicBezTo>
                  <a:cubicBezTo>
                    <a:pt x="5504" y="0"/>
                    <a:pt x="6740" y="618"/>
                    <a:pt x="7526" y="1629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1" name="Google Shape;13121;p31"/>
            <p:cNvSpPr/>
            <p:nvPr/>
          </p:nvSpPr>
          <p:spPr>
            <a:xfrm flipH="1">
              <a:off x="10316280" y="3300638"/>
              <a:ext cx="341427" cy="341357"/>
            </a:xfrm>
            <a:custGeom>
              <a:avLst/>
              <a:gdLst/>
              <a:ahLst/>
              <a:cxnLst/>
              <a:rect l="l" t="t" r="r" b="b"/>
              <a:pathLst>
                <a:path w="4888" h="4887" extrusionOk="0">
                  <a:moveTo>
                    <a:pt x="2472" y="0"/>
                  </a:moveTo>
                  <a:cubicBezTo>
                    <a:pt x="3820" y="0"/>
                    <a:pt x="4887" y="1123"/>
                    <a:pt x="4887" y="2471"/>
                  </a:cubicBezTo>
                  <a:cubicBezTo>
                    <a:pt x="4887" y="3763"/>
                    <a:pt x="3820" y="4886"/>
                    <a:pt x="2472" y="4886"/>
                  </a:cubicBezTo>
                  <a:cubicBezTo>
                    <a:pt x="1124" y="4886"/>
                    <a:pt x="57" y="3763"/>
                    <a:pt x="1" y="2471"/>
                  </a:cubicBezTo>
                  <a:cubicBezTo>
                    <a:pt x="1" y="1123"/>
                    <a:pt x="1124" y="0"/>
                    <a:pt x="2472" y="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2" name="Google Shape;13122;p31"/>
            <p:cNvSpPr/>
            <p:nvPr/>
          </p:nvSpPr>
          <p:spPr>
            <a:xfrm flipH="1">
              <a:off x="10343801" y="3273117"/>
              <a:ext cx="341357" cy="341427"/>
            </a:xfrm>
            <a:custGeom>
              <a:avLst/>
              <a:gdLst/>
              <a:ahLst/>
              <a:cxnLst/>
              <a:rect l="l" t="t" r="r" b="b"/>
              <a:pathLst>
                <a:path w="4887" h="4888" extrusionOk="0">
                  <a:moveTo>
                    <a:pt x="2416" y="57"/>
                  </a:moveTo>
                  <a:cubicBezTo>
                    <a:pt x="3764" y="1"/>
                    <a:pt x="4887" y="1124"/>
                    <a:pt x="4887" y="2472"/>
                  </a:cubicBezTo>
                  <a:cubicBezTo>
                    <a:pt x="4887" y="3764"/>
                    <a:pt x="3764" y="4887"/>
                    <a:pt x="2416" y="4887"/>
                  </a:cubicBezTo>
                  <a:cubicBezTo>
                    <a:pt x="1124" y="4887"/>
                    <a:pt x="1" y="3764"/>
                    <a:pt x="1" y="2472"/>
                  </a:cubicBezTo>
                  <a:cubicBezTo>
                    <a:pt x="1" y="1124"/>
                    <a:pt x="1124" y="1"/>
                    <a:pt x="2416" y="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3" name="Google Shape;13123;p31"/>
            <p:cNvSpPr/>
            <p:nvPr/>
          </p:nvSpPr>
          <p:spPr>
            <a:xfrm flipH="1">
              <a:off x="10347713" y="3308461"/>
              <a:ext cx="302101" cy="306083"/>
            </a:xfrm>
            <a:custGeom>
              <a:avLst/>
              <a:gdLst/>
              <a:ahLst/>
              <a:cxnLst/>
              <a:rect l="l" t="t" r="r" b="b"/>
              <a:pathLst>
                <a:path w="4325" h="4382" extrusionOk="0">
                  <a:moveTo>
                    <a:pt x="3819" y="450"/>
                  </a:moveTo>
                  <a:cubicBezTo>
                    <a:pt x="4156" y="899"/>
                    <a:pt x="4325" y="1404"/>
                    <a:pt x="4325" y="1966"/>
                  </a:cubicBezTo>
                  <a:cubicBezTo>
                    <a:pt x="4325" y="3258"/>
                    <a:pt x="3258" y="4325"/>
                    <a:pt x="1910" y="4381"/>
                  </a:cubicBezTo>
                  <a:cubicBezTo>
                    <a:pt x="1404" y="4381"/>
                    <a:pt x="899" y="4213"/>
                    <a:pt x="506" y="3876"/>
                  </a:cubicBezTo>
                  <a:cubicBezTo>
                    <a:pt x="169" y="3483"/>
                    <a:pt x="0" y="2921"/>
                    <a:pt x="0" y="2415"/>
                  </a:cubicBezTo>
                  <a:cubicBezTo>
                    <a:pt x="0" y="1067"/>
                    <a:pt x="1067" y="0"/>
                    <a:pt x="2415" y="0"/>
                  </a:cubicBezTo>
                  <a:cubicBezTo>
                    <a:pt x="2921" y="0"/>
                    <a:pt x="3426" y="169"/>
                    <a:pt x="3875" y="450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4" name="Google Shape;13124;p31"/>
            <p:cNvSpPr/>
            <p:nvPr/>
          </p:nvSpPr>
          <p:spPr>
            <a:xfrm flipH="1">
              <a:off x="10367341" y="3308461"/>
              <a:ext cx="286455" cy="282543"/>
            </a:xfrm>
            <a:custGeom>
              <a:avLst/>
              <a:gdLst/>
              <a:ahLst/>
              <a:cxnLst/>
              <a:rect l="l" t="t" r="r" b="b"/>
              <a:pathLst>
                <a:path w="4101" h="4045" extrusionOk="0">
                  <a:moveTo>
                    <a:pt x="338" y="3595"/>
                  </a:moveTo>
                  <a:cubicBezTo>
                    <a:pt x="113" y="3258"/>
                    <a:pt x="1" y="2809"/>
                    <a:pt x="1" y="2415"/>
                  </a:cubicBezTo>
                  <a:cubicBezTo>
                    <a:pt x="1" y="1067"/>
                    <a:pt x="1068" y="0"/>
                    <a:pt x="2416" y="0"/>
                  </a:cubicBezTo>
                  <a:cubicBezTo>
                    <a:pt x="2921" y="0"/>
                    <a:pt x="3371" y="113"/>
                    <a:pt x="3764" y="394"/>
                  </a:cubicBezTo>
                  <a:cubicBezTo>
                    <a:pt x="3989" y="730"/>
                    <a:pt x="4101" y="1180"/>
                    <a:pt x="4101" y="1573"/>
                  </a:cubicBezTo>
                  <a:cubicBezTo>
                    <a:pt x="4101" y="2921"/>
                    <a:pt x="2978" y="4044"/>
                    <a:pt x="1686" y="4044"/>
                  </a:cubicBezTo>
                  <a:cubicBezTo>
                    <a:pt x="1180" y="4044"/>
                    <a:pt x="731" y="3876"/>
                    <a:pt x="338" y="3595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5" name="Google Shape;13125;p31"/>
            <p:cNvSpPr/>
            <p:nvPr/>
          </p:nvSpPr>
          <p:spPr>
            <a:xfrm flipH="1">
              <a:off x="9496395" y="2563104"/>
              <a:ext cx="372789" cy="372720"/>
            </a:xfrm>
            <a:custGeom>
              <a:avLst/>
              <a:gdLst/>
              <a:ahLst/>
              <a:cxnLst/>
              <a:rect l="l" t="t" r="r" b="b"/>
              <a:pathLst>
                <a:path w="5337" h="5336" extrusionOk="0">
                  <a:moveTo>
                    <a:pt x="2697" y="0"/>
                  </a:moveTo>
                  <a:cubicBezTo>
                    <a:pt x="4157" y="0"/>
                    <a:pt x="5336" y="1180"/>
                    <a:pt x="5336" y="2696"/>
                  </a:cubicBezTo>
                  <a:cubicBezTo>
                    <a:pt x="5336" y="4156"/>
                    <a:pt x="4157" y="5336"/>
                    <a:pt x="2697" y="5336"/>
                  </a:cubicBezTo>
                  <a:cubicBezTo>
                    <a:pt x="1236" y="5336"/>
                    <a:pt x="57" y="4156"/>
                    <a:pt x="57" y="2696"/>
                  </a:cubicBezTo>
                  <a:cubicBezTo>
                    <a:pt x="1" y="1180"/>
                    <a:pt x="1236" y="0"/>
                    <a:pt x="2697" y="0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6" name="Google Shape;13126;p31"/>
            <p:cNvSpPr/>
            <p:nvPr/>
          </p:nvSpPr>
          <p:spPr>
            <a:xfrm flipH="1">
              <a:off x="9496395" y="2586643"/>
              <a:ext cx="357073" cy="349180"/>
            </a:xfrm>
            <a:custGeom>
              <a:avLst/>
              <a:gdLst/>
              <a:ahLst/>
              <a:cxnLst/>
              <a:rect l="l" t="t" r="r" b="b"/>
              <a:pathLst>
                <a:path w="5112" h="4999" extrusionOk="0">
                  <a:moveTo>
                    <a:pt x="4774" y="1011"/>
                  </a:moveTo>
                  <a:cubicBezTo>
                    <a:pt x="4999" y="1404"/>
                    <a:pt x="5111" y="1854"/>
                    <a:pt x="5111" y="2359"/>
                  </a:cubicBezTo>
                  <a:cubicBezTo>
                    <a:pt x="5111" y="3763"/>
                    <a:pt x="3932" y="4999"/>
                    <a:pt x="2472" y="4999"/>
                  </a:cubicBezTo>
                  <a:cubicBezTo>
                    <a:pt x="1629" y="4999"/>
                    <a:pt x="843" y="4606"/>
                    <a:pt x="337" y="3988"/>
                  </a:cubicBezTo>
                  <a:cubicBezTo>
                    <a:pt x="113" y="3595"/>
                    <a:pt x="0" y="3145"/>
                    <a:pt x="0" y="2696"/>
                  </a:cubicBezTo>
                  <a:cubicBezTo>
                    <a:pt x="0" y="1180"/>
                    <a:pt x="1236" y="0"/>
                    <a:pt x="2696" y="56"/>
                  </a:cubicBezTo>
                  <a:cubicBezTo>
                    <a:pt x="3483" y="0"/>
                    <a:pt x="4269" y="393"/>
                    <a:pt x="4774" y="1067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7" name="Google Shape;13127;p31"/>
            <p:cNvSpPr/>
            <p:nvPr/>
          </p:nvSpPr>
          <p:spPr>
            <a:xfrm flipH="1">
              <a:off x="9555280" y="2657261"/>
              <a:ext cx="215837" cy="215837"/>
            </a:xfrm>
            <a:custGeom>
              <a:avLst/>
              <a:gdLst/>
              <a:ahLst/>
              <a:cxnLst/>
              <a:rect l="l" t="t" r="r" b="b"/>
              <a:pathLst>
                <a:path w="3090" h="3090" extrusionOk="0">
                  <a:moveTo>
                    <a:pt x="1573" y="0"/>
                  </a:moveTo>
                  <a:cubicBezTo>
                    <a:pt x="2416" y="0"/>
                    <a:pt x="3090" y="730"/>
                    <a:pt x="3090" y="1573"/>
                  </a:cubicBezTo>
                  <a:cubicBezTo>
                    <a:pt x="3090" y="2415"/>
                    <a:pt x="2416" y="3089"/>
                    <a:pt x="1573" y="3089"/>
                  </a:cubicBezTo>
                  <a:cubicBezTo>
                    <a:pt x="731" y="3089"/>
                    <a:pt x="1" y="2415"/>
                    <a:pt x="1" y="1573"/>
                  </a:cubicBezTo>
                  <a:cubicBezTo>
                    <a:pt x="1" y="730"/>
                    <a:pt x="731" y="0"/>
                    <a:pt x="1573" y="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8" name="Google Shape;13128;p31"/>
            <p:cNvSpPr/>
            <p:nvPr/>
          </p:nvSpPr>
          <p:spPr>
            <a:xfrm flipH="1">
              <a:off x="9574838" y="2641545"/>
              <a:ext cx="211925" cy="215837"/>
            </a:xfrm>
            <a:custGeom>
              <a:avLst/>
              <a:gdLst/>
              <a:ahLst/>
              <a:cxnLst/>
              <a:rect l="l" t="t" r="r" b="b"/>
              <a:pathLst>
                <a:path w="3034" h="3090" extrusionOk="0">
                  <a:moveTo>
                    <a:pt x="1517" y="0"/>
                  </a:moveTo>
                  <a:cubicBezTo>
                    <a:pt x="2359" y="0"/>
                    <a:pt x="3033" y="674"/>
                    <a:pt x="3033" y="1573"/>
                  </a:cubicBezTo>
                  <a:cubicBezTo>
                    <a:pt x="3033" y="2415"/>
                    <a:pt x="2359" y="3089"/>
                    <a:pt x="1517" y="3089"/>
                  </a:cubicBezTo>
                  <a:cubicBezTo>
                    <a:pt x="674" y="3089"/>
                    <a:pt x="0" y="2415"/>
                    <a:pt x="0" y="1573"/>
                  </a:cubicBezTo>
                  <a:cubicBezTo>
                    <a:pt x="0" y="674"/>
                    <a:pt x="674" y="0"/>
                    <a:pt x="15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9" name="Google Shape;13129;p31"/>
            <p:cNvSpPr/>
            <p:nvPr/>
          </p:nvSpPr>
          <p:spPr>
            <a:xfrm flipH="1">
              <a:off x="9574838" y="2661172"/>
              <a:ext cx="192297" cy="196209"/>
            </a:xfrm>
            <a:custGeom>
              <a:avLst/>
              <a:gdLst/>
              <a:ahLst/>
              <a:cxnLst/>
              <a:rect l="l" t="t" r="r" b="b"/>
              <a:pathLst>
                <a:path w="2753" h="2809" extrusionOk="0">
                  <a:moveTo>
                    <a:pt x="2415" y="393"/>
                  </a:moveTo>
                  <a:cubicBezTo>
                    <a:pt x="2640" y="618"/>
                    <a:pt x="2752" y="955"/>
                    <a:pt x="2752" y="1292"/>
                  </a:cubicBezTo>
                  <a:cubicBezTo>
                    <a:pt x="2752" y="2134"/>
                    <a:pt x="2078" y="2808"/>
                    <a:pt x="1236" y="2808"/>
                  </a:cubicBezTo>
                  <a:cubicBezTo>
                    <a:pt x="899" y="2808"/>
                    <a:pt x="562" y="2696"/>
                    <a:pt x="281" y="2471"/>
                  </a:cubicBezTo>
                  <a:cubicBezTo>
                    <a:pt x="112" y="2191"/>
                    <a:pt x="0" y="1854"/>
                    <a:pt x="0" y="1517"/>
                  </a:cubicBezTo>
                  <a:cubicBezTo>
                    <a:pt x="0" y="674"/>
                    <a:pt x="674" y="0"/>
                    <a:pt x="1516" y="0"/>
                  </a:cubicBezTo>
                  <a:cubicBezTo>
                    <a:pt x="1853" y="0"/>
                    <a:pt x="2190" y="113"/>
                    <a:pt x="2415" y="33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0" name="Google Shape;13130;p31"/>
            <p:cNvSpPr/>
            <p:nvPr/>
          </p:nvSpPr>
          <p:spPr>
            <a:xfrm flipH="1">
              <a:off x="9586643" y="2661172"/>
              <a:ext cx="180492" cy="180492"/>
            </a:xfrm>
            <a:custGeom>
              <a:avLst/>
              <a:gdLst/>
              <a:ahLst/>
              <a:cxnLst/>
              <a:rect l="l" t="t" r="r" b="b"/>
              <a:pathLst>
                <a:path w="2584" h="2584" extrusionOk="0">
                  <a:moveTo>
                    <a:pt x="169" y="2303"/>
                  </a:moveTo>
                  <a:cubicBezTo>
                    <a:pt x="56" y="2078"/>
                    <a:pt x="0" y="1797"/>
                    <a:pt x="0" y="1573"/>
                  </a:cubicBezTo>
                  <a:cubicBezTo>
                    <a:pt x="0" y="730"/>
                    <a:pt x="674" y="0"/>
                    <a:pt x="1516" y="0"/>
                  </a:cubicBezTo>
                  <a:cubicBezTo>
                    <a:pt x="1797" y="0"/>
                    <a:pt x="2134" y="113"/>
                    <a:pt x="2359" y="281"/>
                  </a:cubicBezTo>
                  <a:cubicBezTo>
                    <a:pt x="2527" y="506"/>
                    <a:pt x="2584" y="787"/>
                    <a:pt x="2584" y="1067"/>
                  </a:cubicBezTo>
                  <a:cubicBezTo>
                    <a:pt x="2584" y="1910"/>
                    <a:pt x="1853" y="2584"/>
                    <a:pt x="1011" y="2584"/>
                  </a:cubicBezTo>
                  <a:cubicBezTo>
                    <a:pt x="730" y="2584"/>
                    <a:pt x="449" y="2528"/>
                    <a:pt x="169" y="2359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1" name="Google Shape;13131;p31"/>
            <p:cNvSpPr/>
            <p:nvPr/>
          </p:nvSpPr>
          <p:spPr>
            <a:xfrm flipH="1">
              <a:off x="9629810" y="3069159"/>
              <a:ext cx="105962" cy="109874"/>
            </a:xfrm>
            <a:custGeom>
              <a:avLst/>
              <a:gdLst/>
              <a:ahLst/>
              <a:cxnLst/>
              <a:rect l="l" t="t" r="r" b="b"/>
              <a:pathLst>
                <a:path w="1517" h="1573" extrusionOk="0">
                  <a:moveTo>
                    <a:pt x="787" y="56"/>
                  </a:moveTo>
                  <a:cubicBezTo>
                    <a:pt x="1180" y="56"/>
                    <a:pt x="1517" y="337"/>
                    <a:pt x="1517" y="787"/>
                  </a:cubicBezTo>
                  <a:cubicBezTo>
                    <a:pt x="1517" y="1180"/>
                    <a:pt x="1180" y="1517"/>
                    <a:pt x="787" y="1573"/>
                  </a:cubicBezTo>
                  <a:cubicBezTo>
                    <a:pt x="337" y="1517"/>
                    <a:pt x="0" y="1180"/>
                    <a:pt x="57" y="787"/>
                  </a:cubicBezTo>
                  <a:cubicBezTo>
                    <a:pt x="0" y="393"/>
                    <a:pt x="337" y="0"/>
                    <a:pt x="787" y="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2" name="Google Shape;13132;p31"/>
            <p:cNvSpPr/>
            <p:nvPr/>
          </p:nvSpPr>
          <p:spPr>
            <a:xfrm flipH="1">
              <a:off x="9629811" y="3080894"/>
              <a:ext cx="94228" cy="98139"/>
            </a:xfrm>
            <a:custGeom>
              <a:avLst/>
              <a:gdLst/>
              <a:ahLst/>
              <a:cxnLst/>
              <a:rect l="l" t="t" r="r" b="b"/>
              <a:pathLst>
                <a:path w="1349" h="1405" extrusionOk="0">
                  <a:moveTo>
                    <a:pt x="1236" y="169"/>
                  </a:moveTo>
                  <a:cubicBezTo>
                    <a:pt x="1293" y="282"/>
                    <a:pt x="1349" y="450"/>
                    <a:pt x="1349" y="619"/>
                  </a:cubicBezTo>
                  <a:cubicBezTo>
                    <a:pt x="1349" y="1012"/>
                    <a:pt x="1012" y="1405"/>
                    <a:pt x="619" y="1405"/>
                  </a:cubicBezTo>
                  <a:cubicBezTo>
                    <a:pt x="450" y="1405"/>
                    <a:pt x="282" y="1349"/>
                    <a:pt x="169" y="1236"/>
                  </a:cubicBezTo>
                  <a:cubicBezTo>
                    <a:pt x="57" y="1068"/>
                    <a:pt x="1" y="956"/>
                    <a:pt x="1" y="787"/>
                  </a:cubicBezTo>
                  <a:cubicBezTo>
                    <a:pt x="1" y="338"/>
                    <a:pt x="338" y="1"/>
                    <a:pt x="787" y="1"/>
                  </a:cubicBezTo>
                  <a:cubicBezTo>
                    <a:pt x="899" y="1"/>
                    <a:pt x="1068" y="57"/>
                    <a:pt x="1236" y="169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3" name="Google Shape;13133;p31"/>
            <p:cNvSpPr/>
            <p:nvPr/>
          </p:nvSpPr>
          <p:spPr>
            <a:xfrm flipH="1">
              <a:off x="9633722" y="3080894"/>
              <a:ext cx="90316" cy="86404"/>
            </a:xfrm>
            <a:custGeom>
              <a:avLst/>
              <a:gdLst/>
              <a:ahLst/>
              <a:cxnLst/>
              <a:rect l="l" t="t" r="r" b="b"/>
              <a:pathLst>
                <a:path w="1293" h="1237" extrusionOk="0">
                  <a:moveTo>
                    <a:pt x="113" y="1124"/>
                  </a:moveTo>
                  <a:cubicBezTo>
                    <a:pt x="57" y="1012"/>
                    <a:pt x="1" y="899"/>
                    <a:pt x="1" y="787"/>
                  </a:cubicBezTo>
                  <a:cubicBezTo>
                    <a:pt x="1" y="338"/>
                    <a:pt x="338" y="1"/>
                    <a:pt x="787" y="1"/>
                  </a:cubicBezTo>
                  <a:cubicBezTo>
                    <a:pt x="899" y="1"/>
                    <a:pt x="1068" y="57"/>
                    <a:pt x="1180" y="113"/>
                  </a:cubicBezTo>
                  <a:cubicBezTo>
                    <a:pt x="1236" y="225"/>
                    <a:pt x="1293" y="394"/>
                    <a:pt x="1293" y="506"/>
                  </a:cubicBezTo>
                  <a:cubicBezTo>
                    <a:pt x="1293" y="899"/>
                    <a:pt x="956" y="1236"/>
                    <a:pt x="506" y="1236"/>
                  </a:cubicBezTo>
                  <a:cubicBezTo>
                    <a:pt x="394" y="1236"/>
                    <a:pt x="226" y="1236"/>
                    <a:pt x="113" y="1124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4" name="Google Shape;13134;p31"/>
            <p:cNvSpPr/>
            <p:nvPr/>
          </p:nvSpPr>
          <p:spPr>
            <a:xfrm flipH="1">
              <a:off x="10936123" y="3685086"/>
              <a:ext cx="62865" cy="721900"/>
            </a:xfrm>
            <a:custGeom>
              <a:avLst/>
              <a:gdLst/>
              <a:ahLst/>
              <a:cxnLst/>
              <a:rect l="l" t="t" r="r" b="b"/>
              <a:pathLst>
                <a:path w="900" h="10335" extrusionOk="0">
                  <a:moveTo>
                    <a:pt x="899" y="0"/>
                  </a:moveTo>
                  <a:lnTo>
                    <a:pt x="899" y="10334"/>
                  </a:lnTo>
                  <a:lnTo>
                    <a:pt x="0" y="103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5" name="Google Shape;13135;p31"/>
            <p:cNvSpPr/>
            <p:nvPr/>
          </p:nvSpPr>
          <p:spPr>
            <a:xfrm flipH="1">
              <a:off x="10936123" y="3696820"/>
              <a:ext cx="62865" cy="388436"/>
            </a:xfrm>
            <a:custGeom>
              <a:avLst/>
              <a:gdLst/>
              <a:ahLst/>
              <a:cxnLst/>
              <a:rect l="l" t="t" r="r" b="b"/>
              <a:pathLst>
                <a:path w="900" h="5561" extrusionOk="0">
                  <a:moveTo>
                    <a:pt x="899" y="1"/>
                  </a:moveTo>
                  <a:lnTo>
                    <a:pt x="899" y="5561"/>
                  </a:lnTo>
                  <a:lnTo>
                    <a:pt x="618" y="5561"/>
                  </a:lnTo>
                  <a:cubicBezTo>
                    <a:pt x="450" y="5505"/>
                    <a:pt x="225" y="5505"/>
                    <a:pt x="0" y="5449"/>
                  </a:cubicBezTo>
                  <a:lnTo>
                    <a:pt x="0" y="169"/>
                  </a:lnTo>
                  <a:cubicBezTo>
                    <a:pt x="281" y="57"/>
                    <a:pt x="562" y="1"/>
                    <a:pt x="899" y="1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6" name="Google Shape;13136;p31"/>
            <p:cNvSpPr/>
            <p:nvPr/>
          </p:nvSpPr>
          <p:spPr>
            <a:xfrm flipH="1">
              <a:off x="10779239" y="4406903"/>
              <a:ext cx="309994" cy="153041"/>
            </a:xfrm>
            <a:custGeom>
              <a:avLst/>
              <a:gdLst/>
              <a:ahLst/>
              <a:cxnLst/>
              <a:rect l="l" t="t" r="r" b="b"/>
              <a:pathLst>
                <a:path w="4438" h="2191" extrusionOk="0">
                  <a:moveTo>
                    <a:pt x="4438" y="0"/>
                  </a:moveTo>
                  <a:lnTo>
                    <a:pt x="4438" y="2191"/>
                  </a:lnTo>
                  <a:lnTo>
                    <a:pt x="1124" y="2191"/>
                  </a:lnTo>
                  <a:cubicBezTo>
                    <a:pt x="1" y="2191"/>
                    <a:pt x="57" y="0"/>
                    <a:pt x="11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7" name="Google Shape;13137;p31"/>
            <p:cNvSpPr/>
            <p:nvPr/>
          </p:nvSpPr>
          <p:spPr>
            <a:xfrm flipH="1">
              <a:off x="10779239" y="4414726"/>
              <a:ext cx="294278" cy="149200"/>
            </a:xfrm>
            <a:custGeom>
              <a:avLst/>
              <a:gdLst/>
              <a:ahLst/>
              <a:cxnLst/>
              <a:rect l="l" t="t" r="r" b="b"/>
              <a:pathLst>
                <a:path w="4213" h="2136" extrusionOk="0">
                  <a:moveTo>
                    <a:pt x="4213" y="1"/>
                  </a:moveTo>
                  <a:lnTo>
                    <a:pt x="4213" y="2135"/>
                  </a:lnTo>
                  <a:lnTo>
                    <a:pt x="899" y="2135"/>
                  </a:lnTo>
                  <a:cubicBezTo>
                    <a:pt x="674" y="2135"/>
                    <a:pt x="506" y="2023"/>
                    <a:pt x="337" y="1910"/>
                  </a:cubicBezTo>
                  <a:cubicBezTo>
                    <a:pt x="0" y="1236"/>
                    <a:pt x="225" y="57"/>
                    <a:pt x="1011" y="57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8" name="Google Shape;13138;p31"/>
            <p:cNvSpPr/>
            <p:nvPr/>
          </p:nvSpPr>
          <p:spPr>
            <a:xfrm flipH="1">
              <a:off x="10763521" y="3638007"/>
              <a:ext cx="411975" cy="411975"/>
            </a:xfrm>
            <a:custGeom>
              <a:avLst/>
              <a:gdLst/>
              <a:ahLst/>
              <a:cxnLst/>
              <a:rect l="l" t="t" r="r" b="b"/>
              <a:pathLst>
                <a:path w="5898" h="5898" extrusionOk="0">
                  <a:moveTo>
                    <a:pt x="2977" y="0"/>
                  </a:moveTo>
                  <a:cubicBezTo>
                    <a:pt x="4605" y="0"/>
                    <a:pt x="5897" y="1348"/>
                    <a:pt x="5897" y="2977"/>
                  </a:cubicBezTo>
                  <a:cubicBezTo>
                    <a:pt x="5897" y="4606"/>
                    <a:pt x="4605" y="5897"/>
                    <a:pt x="2977" y="5897"/>
                  </a:cubicBezTo>
                  <a:cubicBezTo>
                    <a:pt x="1348" y="5897"/>
                    <a:pt x="0" y="4606"/>
                    <a:pt x="0" y="2977"/>
                  </a:cubicBezTo>
                  <a:cubicBezTo>
                    <a:pt x="0" y="1348"/>
                    <a:pt x="1348" y="0"/>
                    <a:pt x="2977" y="0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9" name="Google Shape;13139;p31"/>
            <p:cNvSpPr/>
            <p:nvPr/>
          </p:nvSpPr>
          <p:spPr>
            <a:xfrm flipH="1">
              <a:off x="10763521" y="3665458"/>
              <a:ext cx="396329" cy="384524"/>
            </a:xfrm>
            <a:custGeom>
              <a:avLst/>
              <a:gdLst/>
              <a:ahLst/>
              <a:cxnLst/>
              <a:rect l="l" t="t" r="r" b="b"/>
              <a:pathLst>
                <a:path w="5674" h="5505" extrusionOk="0">
                  <a:moveTo>
                    <a:pt x="5280" y="1124"/>
                  </a:moveTo>
                  <a:cubicBezTo>
                    <a:pt x="5561" y="1573"/>
                    <a:pt x="5673" y="2078"/>
                    <a:pt x="5673" y="2584"/>
                  </a:cubicBezTo>
                  <a:cubicBezTo>
                    <a:pt x="5673" y="4213"/>
                    <a:pt x="4381" y="5504"/>
                    <a:pt x="2753" y="5504"/>
                  </a:cubicBezTo>
                  <a:cubicBezTo>
                    <a:pt x="1798" y="5504"/>
                    <a:pt x="955" y="5111"/>
                    <a:pt x="394" y="4381"/>
                  </a:cubicBezTo>
                  <a:cubicBezTo>
                    <a:pt x="169" y="3932"/>
                    <a:pt x="57" y="3483"/>
                    <a:pt x="1" y="2921"/>
                  </a:cubicBezTo>
                  <a:cubicBezTo>
                    <a:pt x="57" y="1348"/>
                    <a:pt x="1349" y="0"/>
                    <a:pt x="2977" y="0"/>
                  </a:cubicBezTo>
                  <a:cubicBezTo>
                    <a:pt x="3876" y="0"/>
                    <a:pt x="4718" y="393"/>
                    <a:pt x="5280" y="1124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0" name="Google Shape;13140;p31"/>
            <p:cNvSpPr/>
            <p:nvPr/>
          </p:nvSpPr>
          <p:spPr>
            <a:xfrm flipH="1">
              <a:off x="10826318" y="3743898"/>
              <a:ext cx="239376" cy="239376"/>
            </a:xfrm>
            <a:custGeom>
              <a:avLst/>
              <a:gdLst/>
              <a:ahLst/>
              <a:cxnLst/>
              <a:rect l="l" t="t" r="r" b="b"/>
              <a:pathLst>
                <a:path w="3427" h="3427" extrusionOk="0">
                  <a:moveTo>
                    <a:pt x="1686" y="1"/>
                  </a:moveTo>
                  <a:cubicBezTo>
                    <a:pt x="2640" y="1"/>
                    <a:pt x="3427" y="787"/>
                    <a:pt x="3427" y="1742"/>
                  </a:cubicBezTo>
                  <a:cubicBezTo>
                    <a:pt x="3427" y="2640"/>
                    <a:pt x="2640" y="3427"/>
                    <a:pt x="1686" y="3427"/>
                  </a:cubicBezTo>
                  <a:cubicBezTo>
                    <a:pt x="731" y="3427"/>
                    <a:pt x="1" y="2640"/>
                    <a:pt x="1" y="1742"/>
                  </a:cubicBezTo>
                  <a:cubicBezTo>
                    <a:pt x="1" y="787"/>
                    <a:pt x="731" y="1"/>
                    <a:pt x="1686" y="1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1" name="Google Shape;13141;p31"/>
            <p:cNvSpPr/>
            <p:nvPr/>
          </p:nvSpPr>
          <p:spPr>
            <a:xfrm flipH="1">
              <a:off x="10849857" y="3724271"/>
              <a:ext cx="239376" cy="239376"/>
            </a:xfrm>
            <a:custGeom>
              <a:avLst/>
              <a:gdLst/>
              <a:ahLst/>
              <a:cxnLst/>
              <a:rect l="l" t="t" r="r" b="b"/>
              <a:pathLst>
                <a:path w="3427" h="3427" extrusionOk="0">
                  <a:moveTo>
                    <a:pt x="1742" y="1"/>
                  </a:moveTo>
                  <a:cubicBezTo>
                    <a:pt x="2640" y="1"/>
                    <a:pt x="3427" y="787"/>
                    <a:pt x="3427" y="1742"/>
                  </a:cubicBezTo>
                  <a:cubicBezTo>
                    <a:pt x="3427" y="2697"/>
                    <a:pt x="2640" y="3427"/>
                    <a:pt x="1742" y="3427"/>
                  </a:cubicBezTo>
                  <a:cubicBezTo>
                    <a:pt x="787" y="3427"/>
                    <a:pt x="1" y="2697"/>
                    <a:pt x="1" y="1742"/>
                  </a:cubicBezTo>
                  <a:cubicBezTo>
                    <a:pt x="1" y="787"/>
                    <a:pt x="787" y="1"/>
                    <a:pt x="17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2" name="Google Shape;13142;p31"/>
            <p:cNvSpPr/>
            <p:nvPr/>
          </p:nvSpPr>
          <p:spPr>
            <a:xfrm flipH="1">
              <a:off x="10849857" y="3747810"/>
              <a:ext cx="215837" cy="215836"/>
            </a:xfrm>
            <a:custGeom>
              <a:avLst/>
              <a:gdLst/>
              <a:ahLst/>
              <a:cxnLst/>
              <a:rect l="l" t="t" r="r" b="b"/>
              <a:pathLst>
                <a:path w="3090" h="3090" extrusionOk="0">
                  <a:moveTo>
                    <a:pt x="2753" y="338"/>
                  </a:moveTo>
                  <a:cubicBezTo>
                    <a:pt x="2977" y="675"/>
                    <a:pt x="3090" y="1012"/>
                    <a:pt x="3090" y="1405"/>
                  </a:cubicBezTo>
                  <a:cubicBezTo>
                    <a:pt x="3090" y="2360"/>
                    <a:pt x="2303" y="3090"/>
                    <a:pt x="1405" y="3090"/>
                  </a:cubicBezTo>
                  <a:cubicBezTo>
                    <a:pt x="1012" y="3090"/>
                    <a:pt x="675" y="2978"/>
                    <a:pt x="338" y="2753"/>
                  </a:cubicBezTo>
                  <a:cubicBezTo>
                    <a:pt x="113" y="2472"/>
                    <a:pt x="1" y="2079"/>
                    <a:pt x="1" y="1742"/>
                  </a:cubicBezTo>
                  <a:cubicBezTo>
                    <a:pt x="1" y="787"/>
                    <a:pt x="787" y="1"/>
                    <a:pt x="1742" y="1"/>
                  </a:cubicBezTo>
                  <a:cubicBezTo>
                    <a:pt x="2079" y="1"/>
                    <a:pt x="2416" y="113"/>
                    <a:pt x="2753" y="338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3" name="Google Shape;13143;p31"/>
            <p:cNvSpPr/>
            <p:nvPr/>
          </p:nvSpPr>
          <p:spPr>
            <a:xfrm flipH="1">
              <a:off x="10865574" y="3747810"/>
              <a:ext cx="200120" cy="200190"/>
            </a:xfrm>
            <a:custGeom>
              <a:avLst/>
              <a:gdLst/>
              <a:ahLst/>
              <a:cxnLst/>
              <a:rect l="l" t="t" r="r" b="b"/>
              <a:pathLst>
                <a:path w="2865" h="2866" extrusionOk="0">
                  <a:moveTo>
                    <a:pt x="225" y="2584"/>
                  </a:moveTo>
                  <a:cubicBezTo>
                    <a:pt x="113" y="2304"/>
                    <a:pt x="1" y="2023"/>
                    <a:pt x="1" y="1742"/>
                  </a:cubicBezTo>
                  <a:cubicBezTo>
                    <a:pt x="1" y="787"/>
                    <a:pt x="787" y="1"/>
                    <a:pt x="1742" y="1"/>
                  </a:cubicBezTo>
                  <a:cubicBezTo>
                    <a:pt x="2023" y="1"/>
                    <a:pt x="2360" y="113"/>
                    <a:pt x="2640" y="282"/>
                  </a:cubicBezTo>
                  <a:cubicBezTo>
                    <a:pt x="2809" y="562"/>
                    <a:pt x="2865" y="843"/>
                    <a:pt x="2865" y="1124"/>
                  </a:cubicBezTo>
                  <a:cubicBezTo>
                    <a:pt x="2865" y="2079"/>
                    <a:pt x="2135" y="2865"/>
                    <a:pt x="1180" y="2865"/>
                  </a:cubicBezTo>
                  <a:cubicBezTo>
                    <a:pt x="843" y="2865"/>
                    <a:pt x="506" y="2753"/>
                    <a:pt x="225" y="2584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4" name="Google Shape;13144;p31"/>
            <p:cNvSpPr/>
            <p:nvPr/>
          </p:nvSpPr>
          <p:spPr>
            <a:xfrm flipH="1">
              <a:off x="10912583" y="4434354"/>
              <a:ext cx="106032" cy="106032"/>
            </a:xfrm>
            <a:custGeom>
              <a:avLst/>
              <a:gdLst/>
              <a:ahLst/>
              <a:cxnLst/>
              <a:rect l="l" t="t" r="r" b="b"/>
              <a:pathLst>
                <a:path w="1518" h="1518" extrusionOk="0">
                  <a:moveTo>
                    <a:pt x="787" y="1"/>
                  </a:moveTo>
                  <a:cubicBezTo>
                    <a:pt x="1180" y="1"/>
                    <a:pt x="1517" y="338"/>
                    <a:pt x="1517" y="787"/>
                  </a:cubicBezTo>
                  <a:cubicBezTo>
                    <a:pt x="1517" y="1180"/>
                    <a:pt x="1180" y="1517"/>
                    <a:pt x="787" y="1517"/>
                  </a:cubicBezTo>
                  <a:cubicBezTo>
                    <a:pt x="338" y="1517"/>
                    <a:pt x="1" y="1180"/>
                    <a:pt x="1" y="787"/>
                  </a:cubicBezTo>
                  <a:cubicBezTo>
                    <a:pt x="1" y="338"/>
                    <a:pt x="338" y="1"/>
                    <a:pt x="7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5" name="Google Shape;13145;p31"/>
            <p:cNvSpPr/>
            <p:nvPr/>
          </p:nvSpPr>
          <p:spPr>
            <a:xfrm flipH="1">
              <a:off x="10912584" y="4446158"/>
              <a:ext cx="94228" cy="94228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180" y="112"/>
                  </a:moveTo>
                  <a:cubicBezTo>
                    <a:pt x="1292" y="281"/>
                    <a:pt x="1348" y="449"/>
                    <a:pt x="1348" y="618"/>
                  </a:cubicBezTo>
                  <a:cubicBezTo>
                    <a:pt x="1348" y="1011"/>
                    <a:pt x="1011" y="1348"/>
                    <a:pt x="618" y="1348"/>
                  </a:cubicBezTo>
                  <a:cubicBezTo>
                    <a:pt x="449" y="1348"/>
                    <a:pt x="281" y="1292"/>
                    <a:pt x="112" y="1180"/>
                  </a:cubicBezTo>
                  <a:cubicBezTo>
                    <a:pt x="56" y="1067"/>
                    <a:pt x="0" y="899"/>
                    <a:pt x="0" y="730"/>
                  </a:cubicBezTo>
                  <a:cubicBezTo>
                    <a:pt x="0" y="337"/>
                    <a:pt x="337" y="0"/>
                    <a:pt x="730" y="0"/>
                  </a:cubicBezTo>
                  <a:cubicBezTo>
                    <a:pt x="899" y="0"/>
                    <a:pt x="1067" y="56"/>
                    <a:pt x="1180" y="11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6" name="Google Shape;13146;p31"/>
            <p:cNvSpPr/>
            <p:nvPr/>
          </p:nvSpPr>
          <p:spPr>
            <a:xfrm flipH="1">
              <a:off x="10920477" y="4446158"/>
              <a:ext cx="86335" cy="86335"/>
            </a:xfrm>
            <a:custGeom>
              <a:avLst/>
              <a:gdLst/>
              <a:ahLst/>
              <a:cxnLst/>
              <a:rect l="l" t="t" r="r" b="b"/>
              <a:pathLst>
                <a:path w="1236" h="1236" extrusionOk="0">
                  <a:moveTo>
                    <a:pt x="56" y="1123"/>
                  </a:moveTo>
                  <a:cubicBezTo>
                    <a:pt x="0" y="1011"/>
                    <a:pt x="0" y="843"/>
                    <a:pt x="0" y="730"/>
                  </a:cubicBezTo>
                  <a:cubicBezTo>
                    <a:pt x="0" y="337"/>
                    <a:pt x="337" y="0"/>
                    <a:pt x="730" y="0"/>
                  </a:cubicBezTo>
                  <a:cubicBezTo>
                    <a:pt x="843" y="0"/>
                    <a:pt x="1011" y="56"/>
                    <a:pt x="1123" y="112"/>
                  </a:cubicBezTo>
                  <a:cubicBezTo>
                    <a:pt x="1180" y="225"/>
                    <a:pt x="1236" y="337"/>
                    <a:pt x="1236" y="506"/>
                  </a:cubicBezTo>
                  <a:cubicBezTo>
                    <a:pt x="1236" y="899"/>
                    <a:pt x="899" y="1236"/>
                    <a:pt x="506" y="1236"/>
                  </a:cubicBezTo>
                  <a:cubicBezTo>
                    <a:pt x="337" y="1236"/>
                    <a:pt x="169" y="1180"/>
                    <a:pt x="56" y="1123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7" name="Google Shape;13147;p31"/>
            <p:cNvSpPr/>
            <p:nvPr/>
          </p:nvSpPr>
          <p:spPr>
            <a:xfrm flipH="1">
              <a:off x="10351625" y="3861593"/>
              <a:ext cx="274650" cy="431603"/>
            </a:xfrm>
            <a:custGeom>
              <a:avLst/>
              <a:gdLst/>
              <a:ahLst/>
              <a:cxnLst/>
              <a:rect l="l" t="t" r="r" b="b"/>
              <a:pathLst>
                <a:path w="3932" h="6179" extrusionOk="0">
                  <a:moveTo>
                    <a:pt x="3819" y="57"/>
                  </a:moveTo>
                  <a:lnTo>
                    <a:pt x="3819" y="6123"/>
                  </a:lnTo>
                  <a:lnTo>
                    <a:pt x="112" y="6123"/>
                  </a:lnTo>
                  <a:lnTo>
                    <a:pt x="112" y="57"/>
                  </a:lnTo>
                  <a:close/>
                  <a:moveTo>
                    <a:pt x="0" y="1"/>
                  </a:moveTo>
                  <a:lnTo>
                    <a:pt x="0" y="6179"/>
                  </a:lnTo>
                  <a:lnTo>
                    <a:pt x="3932" y="6179"/>
                  </a:lnTo>
                  <a:lnTo>
                    <a:pt x="3932" y="1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8" name="Google Shape;13148;p31"/>
            <p:cNvSpPr/>
            <p:nvPr/>
          </p:nvSpPr>
          <p:spPr>
            <a:xfrm flipH="1">
              <a:off x="10532118" y="4124434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9" name="Google Shape;13149;p31"/>
            <p:cNvSpPr/>
            <p:nvPr/>
          </p:nvSpPr>
          <p:spPr>
            <a:xfrm flipH="1">
              <a:off x="10461501" y="4124434"/>
              <a:ext cx="51060" cy="51060"/>
            </a:xfrm>
            <a:custGeom>
              <a:avLst/>
              <a:gdLst/>
              <a:ahLst/>
              <a:cxnLst/>
              <a:rect l="l" t="t" r="r" b="b"/>
              <a:pathLst>
                <a:path w="731" h="731" extrusionOk="0">
                  <a:moveTo>
                    <a:pt x="1" y="1"/>
                  </a:moveTo>
                  <a:lnTo>
                    <a:pt x="731" y="1"/>
                  </a:lnTo>
                  <a:lnTo>
                    <a:pt x="731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0" name="Google Shape;13150;p31"/>
            <p:cNvSpPr/>
            <p:nvPr/>
          </p:nvSpPr>
          <p:spPr>
            <a:xfrm flipH="1">
              <a:off x="10394795" y="4124434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1" name="Google Shape;13151;p31"/>
            <p:cNvSpPr/>
            <p:nvPr/>
          </p:nvSpPr>
          <p:spPr>
            <a:xfrm flipH="1">
              <a:off x="10532118" y="419505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2" name="Google Shape;13152;p31"/>
            <p:cNvSpPr/>
            <p:nvPr/>
          </p:nvSpPr>
          <p:spPr>
            <a:xfrm flipH="1">
              <a:off x="10461501" y="4195052"/>
              <a:ext cx="51060" cy="47149"/>
            </a:xfrm>
            <a:custGeom>
              <a:avLst/>
              <a:gdLst/>
              <a:ahLst/>
              <a:cxnLst/>
              <a:rect l="l" t="t" r="r" b="b"/>
              <a:pathLst>
                <a:path w="731" h="675" extrusionOk="0">
                  <a:moveTo>
                    <a:pt x="1" y="1"/>
                  </a:moveTo>
                  <a:lnTo>
                    <a:pt x="731" y="1"/>
                  </a:lnTo>
                  <a:lnTo>
                    <a:pt x="731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3" name="Google Shape;13153;p31"/>
            <p:cNvSpPr/>
            <p:nvPr/>
          </p:nvSpPr>
          <p:spPr>
            <a:xfrm flipH="1">
              <a:off x="10394795" y="419505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4" name="Google Shape;13154;p31"/>
            <p:cNvSpPr/>
            <p:nvPr/>
          </p:nvSpPr>
          <p:spPr>
            <a:xfrm flipH="1">
              <a:off x="10532118" y="398711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5" name="Google Shape;13155;p31"/>
            <p:cNvSpPr/>
            <p:nvPr/>
          </p:nvSpPr>
          <p:spPr>
            <a:xfrm flipH="1">
              <a:off x="10461501" y="3987112"/>
              <a:ext cx="51060" cy="47149"/>
            </a:xfrm>
            <a:custGeom>
              <a:avLst/>
              <a:gdLst/>
              <a:ahLst/>
              <a:cxnLst/>
              <a:rect l="l" t="t" r="r" b="b"/>
              <a:pathLst>
                <a:path w="731" h="675" extrusionOk="0">
                  <a:moveTo>
                    <a:pt x="1" y="1"/>
                  </a:moveTo>
                  <a:lnTo>
                    <a:pt x="731" y="1"/>
                  </a:lnTo>
                  <a:lnTo>
                    <a:pt x="731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6" name="Google Shape;13156;p31"/>
            <p:cNvSpPr/>
            <p:nvPr/>
          </p:nvSpPr>
          <p:spPr>
            <a:xfrm flipH="1">
              <a:off x="10394795" y="398711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7" name="Google Shape;13157;p31"/>
            <p:cNvSpPr/>
            <p:nvPr/>
          </p:nvSpPr>
          <p:spPr>
            <a:xfrm flipH="1">
              <a:off x="10532118" y="4053817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8" name="Google Shape;13158;p31"/>
            <p:cNvSpPr/>
            <p:nvPr/>
          </p:nvSpPr>
          <p:spPr>
            <a:xfrm flipH="1">
              <a:off x="10461501" y="4053817"/>
              <a:ext cx="51060" cy="51060"/>
            </a:xfrm>
            <a:custGeom>
              <a:avLst/>
              <a:gdLst/>
              <a:ahLst/>
              <a:cxnLst/>
              <a:rect l="l" t="t" r="r" b="b"/>
              <a:pathLst>
                <a:path w="731" h="731" extrusionOk="0">
                  <a:moveTo>
                    <a:pt x="1" y="1"/>
                  </a:moveTo>
                  <a:lnTo>
                    <a:pt x="731" y="1"/>
                  </a:lnTo>
                  <a:lnTo>
                    <a:pt x="731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9" name="Google Shape;13159;p31"/>
            <p:cNvSpPr/>
            <p:nvPr/>
          </p:nvSpPr>
          <p:spPr>
            <a:xfrm flipH="1">
              <a:off x="10394795" y="4053817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0" name="Google Shape;13160;p31"/>
            <p:cNvSpPr/>
            <p:nvPr/>
          </p:nvSpPr>
          <p:spPr>
            <a:xfrm flipH="1">
              <a:off x="9304175" y="2551300"/>
              <a:ext cx="125590" cy="415957"/>
            </a:xfrm>
            <a:custGeom>
              <a:avLst/>
              <a:gdLst/>
              <a:ahLst/>
              <a:cxnLst/>
              <a:rect l="l" t="t" r="r" b="b"/>
              <a:pathLst>
                <a:path w="1798" h="5955" extrusionOk="0">
                  <a:moveTo>
                    <a:pt x="1797" y="1"/>
                  </a:moveTo>
                  <a:lnTo>
                    <a:pt x="1797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1" name="Google Shape;13161;p31"/>
            <p:cNvSpPr/>
            <p:nvPr/>
          </p:nvSpPr>
          <p:spPr>
            <a:xfrm flipH="1">
              <a:off x="9304176" y="2551300"/>
              <a:ext cx="43237" cy="415957"/>
            </a:xfrm>
            <a:custGeom>
              <a:avLst/>
              <a:gdLst/>
              <a:ahLst/>
              <a:cxnLst/>
              <a:rect l="l" t="t" r="r" b="b"/>
              <a:pathLst>
                <a:path w="619" h="5955" extrusionOk="0">
                  <a:moveTo>
                    <a:pt x="618" y="1"/>
                  </a:moveTo>
                  <a:lnTo>
                    <a:pt x="618" y="5954"/>
                  </a:lnTo>
                  <a:lnTo>
                    <a:pt x="1" y="59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2" name="Google Shape;13162;p31"/>
            <p:cNvSpPr/>
            <p:nvPr/>
          </p:nvSpPr>
          <p:spPr>
            <a:xfrm flipH="1">
              <a:off x="9378705" y="2551300"/>
              <a:ext cx="27521" cy="415957"/>
            </a:xfrm>
            <a:custGeom>
              <a:avLst/>
              <a:gdLst/>
              <a:ahLst/>
              <a:cxnLst/>
              <a:rect l="l" t="t" r="r" b="b"/>
              <a:pathLst>
                <a:path w="394" h="5955" extrusionOk="0">
                  <a:moveTo>
                    <a:pt x="393" y="1"/>
                  </a:moveTo>
                  <a:lnTo>
                    <a:pt x="393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3" name="Google Shape;13163;p31"/>
            <p:cNvSpPr/>
            <p:nvPr/>
          </p:nvSpPr>
          <p:spPr>
            <a:xfrm flipH="1">
              <a:off x="9304175" y="2967180"/>
              <a:ext cx="125590" cy="215837"/>
            </a:xfrm>
            <a:custGeom>
              <a:avLst/>
              <a:gdLst/>
              <a:ahLst/>
              <a:cxnLst/>
              <a:rect l="l" t="t" r="r" b="b"/>
              <a:pathLst>
                <a:path w="1798" h="3090" extrusionOk="0">
                  <a:moveTo>
                    <a:pt x="899" y="3089"/>
                  </a:moveTo>
                  <a:lnTo>
                    <a:pt x="1348" y="1573"/>
                  </a:lnTo>
                  <a:lnTo>
                    <a:pt x="1797" y="0"/>
                  </a:lnTo>
                  <a:lnTo>
                    <a:pt x="899" y="0"/>
                  </a:lnTo>
                  <a:lnTo>
                    <a:pt x="0" y="0"/>
                  </a:lnTo>
                  <a:lnTo>
                    <a:pt x="450" y="15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4" name="Google Shape;13164;p31"/>
            <p:cNvSpPr/>
            <p:nvPr/>
          </p:nvSpPr>
          <p:spPr>
            <a:xfrm flipH="1">
              <a:off x="9429693" y="2676818"/>
              <a:ext cx="125660" cy="153111"/>
            </a:xfrm>
            <a:custGeom>
              <a:avLst/>
              <a:gdLst/>
              <a:ahLst/>
              <a:cxnLst/>
              <a:rect l="l" t="t" r="r" b="b"/>
              <a:pathLst>
                <a:path w="1799" h="2192" extrusionOk="0">
                  <a:moveTo>
                    <a:pt x="1798" y="1"/>
                  </a:moveTo>
                  <a:lnTo>
                    <a:pt x="1798" y="2191"/>
                  </a:lnTo>
                  <a:lnTo>
                    <a:pt x="1" y="21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5" name="Google Shape;13165;p31"/>
            <p:cNvSpPr/>
            <p:nvPr/>
          </p:nvSpPr>
          <p:spPr>
            <a:xfrm flipH="1">
              <a:off x="9716065" y="3143688"/>
              <a:ext cx="588556" cy="521849"/>
            </a:xfrm>
            <a:custGeom>
              <a:avLst/>
              <a:gdLst/>
              <a:ahLst/>
              <a:cxnLst/>
              <a:rect l="l" t="t" r="r" b="b"/>
              <a:pathLst>
                <a:path w="8426" h="7471" extrusionOk="0">
                  <a:moveTo>
                    <a:pt x="1" y="6740"/>
                  </a:moveTo>
                  <a:lnTo>
                    <a:pt x="7807" y="0"/>
                  </a:lnTo>
                  <a:lnTo>
                    <a:pt x="8425" y="731"/>
                  </a:lnTo>
                  <a:lnTo>
                    <a:pt x="562" y="747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6" name="Google Shape;13166;p31"/>
            <p:cNvSpPr/>
            <p:nvPr/>
          </p:nvSpPr>
          <p:spPr>
            <a:xfrm flipH="1">
              <a:off x="9716075" y="3143688"/>
              <a:ext cx="55042" cy="58884"/>
            </a:xfrm>
            <a:custGeom>
              <a:avLst/>
              <a:gdLst/>
              <a:ahLst/>
              <a:cxnLst/>
              <a:rect l="l" t="t" r="r" b="b"/>
              <a:pathLst>
                <a:path w="788" h="843" extrusionOk="0">
                  <a:moveTo>
                    <a:pt x="1" y="169"/>
                  </a:moveTo>
                  <a:lnTo>
                    <a:pt x="169" y="0"/>
                  </a:lnTo>
                  <a:lnTo>
                    <a:pt x="787" y="731"/>
                  </a:lnTo>
                  <a:lnTo>
                    <a:pt x="619" y="84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7" name="Google Shape;13167;p31"/>
            <p:cNvSpPr/>
            <p:nvPr/>
          </p:nvSpPr>
          <p:spPr>
            <a:xfrm flipH="1">
              <a:off x="10179031" y="3508508"/>
              <a:ext cx="125590" cy="157023"/>
            </a:xfrm>
            <a:custGeom>
              <a:avLst/>
              <a:gdLst/>
              <a:ahLst/>
              <a:cxnLst/>
              <a:rect l="l" t="t" r="r" b="b"/>
              <a:pathLst>
                <a:path w="1798" h="2248" extrusionOk="0">
                  <a:moveTo>
                    <a:pt x="1" y="1517"/>
                  </a:moveTo>
                  <a:lnTo>
                    <a:pt x="1798" y="1"/>
                  </a:lnTo>
                  <a:lnTo>
                    <a:pt x="1798" y="57"/>
                  </a:lnTo>
                  <a:cubicBezTo>
                    <a:pt x="1742" y="506"/>
                    <a:pt x="1685" y="956"/>
                    <a:pt x="1573" y="1349"/>
                  </a:cubicBezTo>
                  <a:lnTo>
                    <a:pt x="562" y="2247"/>
                  </a:lnTo>
                  <a:lnTo>
                    <a:pt x="1" y="151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8" name="Google Shape;13168;p31"/>
            <p:cNvSpPr/>
            <p:nvPr/>
          </p:nvSpPr>
          <p:spPr>
            <a:xfrm flipH="1">
              <a:off x="9543474" y="2971091"/>
              <a:ext cx="278632" cy="286455"/>
            </a:xfrm>
            <a:custGeom>
              <a:avLst/>
              <a:gdLst/>
              <a:ahLst/>
              <a:cxnLst/>
              <a:rect l="l" t="t" r="r" b="b"/>
              <a:pathLst>
                <a:path w="3989" h="4101" extrusionOk="0">
                  <a:moveTo>
                    <a:pt x="1" y="1460"/>
                  </a:moveTo>
                  <a:lnTo>
                    <a:pt x="1686" y="0"/>
                  </a:lnTo>
                  <a:lnTo>
                    <a:pt x="3258" y="1854"/>
                  </a:lnTo>
                  <a:cubicBezTo>
                    <a:pt x="3988" y="2696"/>
                    <a:pt x="2303" y="4100"/>
                    <a:pt x="1630" y="3258"/>
                  </a:cubicBezTo>
                  <a:lnTo>
                    <a:pt x="1" y="140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9" name="Google Shape;13169;p31"/>
            <p:cNvSpPr/>
            <p:nvPr/>
          </p:nvSpPr>
          <p:spPr>
            <a:xfrm flipH="1">
              <a:off x="9665083" y="2971091"/>
              <a:ext cx="157023" cy="145218"/>
            </a:xfrm>
            <a:custGeom>
              <a:avLst/>
              <a:gdLst/>
              <a:ahLst/>
              <a:cxnLst/>
              <a:rect l="l" t="t" r="r" b="b"/>
              <a:pathLst>
                <a:path w="2248" h="2079" extrusionOk="0">
                  <a:moveTo>
                    <a:pt x="1" y="1460"/>
                  </a:moveTo>
                  <a:lnTo>
                    <a:pt x="1686" y="0"/>
                  </a:lnTo>
                  <a:lnTo>
                    <a:pt x="2247" y="674"/>
                  </a:lnTo>
                  <a:lnTo>
                    <a:pt x="562" y="2078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0" name="Google Shape;13170;p31"/>
            <p:cNvSpPr/>
            <p:nvPr/>
          </p:nvSpPr>
          <p:spPr>
            <a:xfrm flipH="1">
              <a:off x="10253553" y="3477146"/>
              <a:ext cx="525761" cy="1153433"/>
            </a:xfrm>
            <a:custGeom>
              <a:avLst/>
              <a:gdLst/>
              <a:ahLst/>
              <a:cxnLst/>
              <a:rect l="l" t="t" r="r" b="b"/>
              <a:pathLst>
                <a:path w="7527" h="16513" extrusionOk="0">
                  <a:moveTo>
                    <a:pt x="1" y="0"/>
                  </a:moveTo>
                  <a:lnTo>
                    <a:pt x="7527" y="0"/>
                  </a:lnTo>
                  <a:lnTo>
                    <a:pt x="7527" y="16513"/>
                  </a:lnTo>
                  <a:lnTo>
                    <a:pt x="1" y="16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1" name="Google Shape;13171;p31"/>
            <p:cNvSpPr/>
            <p:nvPr/>
          </p:nvSpPr>
          <p:spPr>
            <a:xfrm flipH="1">
              <a:off x="10253554" y="3532047"/>
              <a:ext cx="466877" cy="1098531"/>
            </a:xfrm>
            <a:custGeom>
              <a:avLst/>
              <a:gdLst/>
              <a:ahLst/>
              <a:cxnLst/>
              <a:rect l="l" t="t" r="r" b="b"/>
              <a:pathLst>
                <a:path w="6684" h="15727" extrusionOk="0">
                  <a:moveTo>
                    <a:pt x="6684" y="1"/>
                  </a:moveTo>
                  <a:lnTo>
                    <a:pt x="6684" y="15727"/>
                  </a:lnTo>
                  <a:lnTo>
                    <a:pt x="0" y="157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2" name="Google Shape;13172;p31"/>
            <p:cNvSpPr/>
            <p:nvPr/>
          </p:nvSpPr>
          <p:spPr>
            <a:xfrm flipH="1">
              <a:off x="10308456" y="3532047"/>
              <a:ext cx="411975" cy="1098531"/>
            </a:xfrm>
            <a:custGeom>
              <a:avLst/>
              <a:gdLst/>
              <a:ahLst/>
              <a:cxnLst/>
              <a:rect l="l" t="t" r="r" b="b"/>
              <a:pathLst>
                <a:path w="5898" h="15727" extrusionOk="0">
                  <a:moveTo>
                    <a:pt x="5897" y="15727"/>
                  </a:moveTo>
                  <a:lnTo>
                    <a:pt x="0" y="15727"/>
                  </a:lnTo>
                  <a:lnTo>
                    <a:pt x="0" y="1"/>
                  </a:lnTo>
                  <a:lnTo>
                    <a:pt x="58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3" name="Google Shape;13173;p31"/>
            <p:cNvSpPr/>
            <p:nvPr/>
          </p:nvSpPr>
          <p:spPr>
            <a:xfrm flipH="1">
              <a:off x="10084862" y="4579499"/>
              <a:ext cx="863136" cy="153111"/>
            </a:xfrm>
            <a:custGeom>
              <a:avLst/>
              <a:gdLst/>
              <a:ahLst/>
              <a:cxnLst/>
              <a:rect l="l" t="t" r="r" b="b"/>
              <a:pathLst>
                <a:path w="12357" h="2192" extrusionOk="0">
                  <a:moveTo>
                    <a:pt x="6179" y="1"/>
                  </a:moveTo>
                  <a:cubicBezTo>
                    <a:pt x="9268" y="1"/>
                    <a:pt x="11795" y="955"/>
                    <a:pt x="12357" y="2191"/>
                  </a:cubicBezTo>
                  <a:lnTo>
                    <a:pt x="1" y="2191"/>
                  </a:lnTo>
                  <a:cubicBezTo>
                    <a:pt x="562" y="955"/>
                    <a:pt x="3090" y="1"/>
                    <a:pt x="61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4" name="Google Shape;13174;p31"/>
            <p:cNvSpPr/>
            <p:nvPr/>
          </p:nvSpPr>
          <p:spPr>
            <a:xfrm flipH="1">
              <a:off x="10084864" y="4618754"/>
              <a:ext cx="761155" cy="113856"/>
            </a:xfrm>
            <a:custGeom>
              <a:avLst/>
              <a:gdLst/>
              <a:ahLst/>
              <a:cxnLst/>
              <a:rect l="l" t="t" r="r" b="b"/>
              <a:pathLst>
                <a:path w="10897" h="1630" extrusionOk="0">
                  <a:moveTo>
                    <a:pt x="10279" y="843"/>
                  </a:moveTo>
                  <a:cubicBezTo>
                    <a:pt x="10560" y="1067"/>
                    <a:pt x="10728" y="1348"/>
                    <a:pt x="10897" y="1629"/>
                  </a:cubicBezTo>
                  <a:lnTo>
                    <a:pt x="1" y="1629"/>
                  </a:lnTo>
                  <a:cubicBezTo>
                    <a:pt x="956" y="674"/>
                    <a:pt x="3146" y="56"/>
                    <a:pt x="5730" y="56"/>
                  </a:cubicBezTo>
                  <a:cubicBezTo>
                    <a:pt x="7302" y="0"/>
                    <a:pt x="8819" y="281"/>
                    <a:pt x="10279" y="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5" name="Google Shape;13175;p31"/>
            <p:cNvSpPr/>
            <p:nvPr/>
          </p:nvSpPr>
          <p:spPr>
            <a:xfrm flipH="1">
              <a:off x="10084862" y="4732538"/>
              <a:ext cx="863136" cy="70688"/>
            </a:xfrm>
            <a:custGeom>
              <a:avLst/>
              <a:gdLst/>
              <a:ahLst/>
              <a:cxnLst/>
              <a:rect l="l" t="t" r="r" b="b"/>
              <a:pathLst>
                <a:path w="12357" h="1012" extrusionOk="0">
                  <a:moveTo>
                    <a:pt x="1" y="1011"/>
                  </a:moveTo>
                  <a:lnTo>
                    <a:pt x="12357" y="1011"/>
                  </a:lnTo>
                  <a:lnTo>
                    <a:pt x="12357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6" name="Google Shape;13176;p31"/>
            <p:cNvSpPr/>
            <p:nvPr/>
          </p:nvSpPr>
          <p:spPr>
            <a:xfrm flipH="1">
              <a:off x="10155483" y="2982826"/>
              <a:ext cx="643458" cy="404152"/>
            </a:xfrm>
            <a:custGeom>
              <a:avLst/>
              <a:gdLst/>
              <a:ahLst/>
              <a:cxnLst/>
              <a:rect l="l" t="t" r="r" b="b"/>
              <a:pathLst>
                <a:path w="9212" h="5786" extrusionOk="0">
                  <a:moveTo>
                    <a:pt x="9043" y="1"/>
                  </a:moveTo>
                  <a:cubicBezTo>
                    <a:pt x="7583" y="675"/>
                    <a:pt x="6010" y="1012"/>
                    <a:pt x="4382" y="1012"/>
                  </a:cubicBezTo>
                  <a:cubicBezTo>
                    <a:pt x="2865" y="1068"/>
                    <a:pt x="1573" y="1124"/>
                    <a:pt x="843" y="2023"/>
                  </a:cubicBezTo>
                  <a:cubicBezTo>
                    <a:pt x="225" y="2753"/>
                    <a:pt x="1" y="3932"/>
                    <a:pt x="225" y="5786"/>
                  </a:cubicBezTo>
                  <a:lnTo>
                    <a:pt x="619" y="5729"/>
                  </a:lnTo>
                  <a:cubicBezTo>
                    <a:pt x="450" y="4045"/>
                    <a:pt x="562" y="2921"/>
                    <a:pt x="1124" y="2303"/>
                  </a:cubicBezTo>
                  <a:cubicBezTo>
                    <a:pt x="1798" y="1517"/>
                    <a:pt x="3034" y="1461"/>
                    <a:pt x="4438" y="1405"/>
                  </a:cubicBezTo>
                  <a:cubicBezTo>
                    <a:pt x="6067" y="1405"/>
                    <a:pt x="7695" y="1068"/>
                    <a:pt x="9212" y="394"/>
                  </a:cubicBezTo>
                  <a:lnTo>
                    <a:pt x="90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7" name="Google Shape;13177;p31"/>
            <p:cNvSpPr/>
            <p:nvPr/>
          </p:nvSpPr>
          <p:spPr>
            <a:xfrm flipH="1">
              <a:off x="9578797" y="2618006"/>
              <a:ext cx="1498632" cy="1353553"/>
            </a:xfrm>
            <a:custGeom>
              <a:avLst/>
              <a:gdLst/>
              <a:ahLst/>
              <a:cxnLst/>
              <a:rect l="l" t="t" r="r" b="b"/>
              <a:pathLst>
                <a:path w="21455" h="19378" extrusionOk="0">
                  <a:moveTo>
                    <a:pt x="21455" y="3707"/>
                  </a:moveTo>
                  <a:lnTo>
                    <a:pt x="18310" y="0"/>
                  </a:lnTo>
                  <a:lnTo>
                    <a:pt x="0" y="15670"/>
                  </a:lnTo>
                  <a:lnTo>
                    <a:pt x="3201" y="1937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8" name="Google Shape;13178;p31"/>
            <p:cNvSpPr/>
            <p:nvPr/>
          </p:nvSpPr>
          <p:spPr>
            <a:xfrm flipH="1">
              <a:off x="9586620" y="2666786"/>
              <a:ext cx="1459446" cy="1306474"/>
            </a:xfrm>
            <a:custGeom>
              <a:avLst/>
              <a:gdLst/>
              <a:ahLst/>
              <a:cxnLst/>
              <a:rect l="l" t="t" r="r" b="b"/>
              <a:pathLst>
                <a:path w="20894" h="18704" extrusionOk="0">
                  <a:moveTo>
                    <a:pt x="0" y="15558"/>
                  </a:moveTo>
                  <a:lnTo>
                    <a:pt x="2752" y="18703"/>
                  </a:lnTo>
                  <a:lnTo>
                    <a:pt x="20894" y="3146"/>
                  </a:lnTo>
                  <a:lnTo>
                    <a:pt x="18198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9" name="Google Shape;13179;p31"/>
            <p:cNvSpPr/>
            <p:nvPr/>
          </p:nvSpPr>
          <p:spPr>
            <a:xfrm flipH="1">
              <a:off x="9617983" y="2665084"/>
              <a:ext cx="1424172" cy="1271130"/>
            </a:xfrm>
            <a:custGeom>
              <a:avLst/>
              <a:gdLst/>
              <a:ahLst/>
              <a:cxnLst/>
              <a:rect l="l" t="t" r="r" b="b"/>
              <a:pathLst>
                <a:path w="20389" h="18198" extrusionOk="0">
                  <a:moveTo>
                    <a:pt x="20388" y="2640"/>
                  </a:moveTo>
                  <a:lnTo>
                    <a:pt x="18142" y="0"/>
                  </a:lnTo>
                  <a:lnTo>
                    <a:pt x="1" y="15558"/>
                  </a:lnTo>
                  <a:lnTo>
                    <a:pt x="2247" y="181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0" name="Google Shape;13180;p31"/>
            <p:cNvSpPr/>
            <p:nvPr/>
          </p:nvSpPr>
          <p:spPr>
            <a:xfrm flipH="1">
              <a:off x="10253554" y="3473234"/>
              <a:ext cx="466877" cy="329622"/>
            </a:xfrm>
            <a:custGeom>
              <a:avLst/>
              <a:gdLst/>
              <a:ahLst/>
              <a:cxnLst/>
              <a:rect l="l" t="t" r="r" b="b"/>
              <a:pathLst>
                <a:path w="6684" h="4719" extrusionOk="0">
                  <a:moveTo>
                    <a:pt x="6684" y="56"/>
                  </a:moveTo>
                  <a:lnTo>
                    <a:pt x="6684" y="3258"/>
                  </a:lnTo>
                  <a:cubicBezTo>
                    <a:pt x="5897" y="4156"/>
                    <a:pt x="4718" y="4718"/>
                    <a:pt x="3538" y="4718"/>
                  </a:cubicBezTo>
                  <a:cubicBezTo>
                    <a:pt x="2078" y="4718"/>
                    <a:pt x="786" y="3988"/>
                    <a:pt x="0" y="28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1" name="Google Shape;13181;p31"/>
            <p:cNvSpPr/>
            <p:nvPr/>
          </p:nvSpPr>
          <p:spPr>
            <a:xfrm flipH="1">
              <a:off x="10222190" y="3151511"/>
              <a:ext cx="588486" cy="588556"/>
            </a:xfrm>
            <a:custGeom>
              <a:avLst/>
              <a:gdLst/>
              <a:ahLst/>
              <a:cxnLst/>
              <a:rect l="l" t="t" r="r" b="b"/>
              <a:pathLst>
                <a:path w="8425" h="8426" extrusionOk="0">
                  <a:moveTo>
                    <a:pt x="4213" y="1"/>
                  </a:moveTo>
                  <a:cubicBezTo>
                    <a:pt x="6572" y="1"/>
                    <a:pt x="8425" y="1854"/>
                    <a:pt x="8425" y="4213"/>
                  </a:cubicBezTo>
                  <a:cubicBezTo>
                    <a:pt x="8425" y="6516"/>
                    <a:pt x="6572" y="8425"/>
                    <a:pt x="4213" y="8425"/>
                  </a:cubicBezTo>
                  <a:cubicBezTo>
                    <a:pt x="1910" y="8425"/>
                    <a:pt x="0" y="6516"/>
                    <a:pt x="0" y="4213"/>
                  </a:cubicBezTo>
                  <a:cubicBezTo>
                    <a:pt x="0" y="1854"/>
                    <a:pt x="1910" y="1"/>
                    <a:pt x="42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2" name="Google Shape;13182;p31"/>
            <p:cNvSpPr/>
            <p:nvPr/>
          </p:nvSpPr>
          <p:spPr>
            <a:xfrm flipH="1">
              <a:off x="10223549" y="3189407"/>
              <a:ext cx="561035" cy="553212"/>
            </a:xfrm>
            <a:custGeom>
              <a:avLst/>
              <a:gdLst/>
              <a:ahLst/>
              <a:cxnLst/>
              <a:rect l="l" t="t" r="r" b="b"/>
              <a:pathLst>
                <a:path w="8032" h="7920" extrusionOk="0">
                  <a:moveTo>
                    <a:pt x="7526" y="1629"/>
                  </a:moveTo>
                  <a:cubicBezTo>
                    <a:pt x="7863" y="2247"/>
                    <a:pt x="8032" y="2977"/>
                    <a:pt x="8032" y="3707"/>
                  </a:cubicBezTo>
                  <a:cubicBezTo>
                    <a:pt x="8032" y="6010"/>
                    <a:pt x="6178" y="7919"/>
                    <a:pt x="3819" y="7919"/>
                  </a:cubicBezTo>
                  <a:cubicBezTo>
                    <a:pt x="2584" y="7863"/>
                    <a:pt x="1348" y="7302"/>
                    <a:pt x="562" y="6291"/>
                  </a:cubicBezTo>
                  <a:cubicBezTo>
                    <a:pt x="169" y="5673"/>
                    <a:pt x="0" y="4943"/>
                    <a:pt x="0" y="4213"/>
                  </a:cubicBezTo>
                  <a:cubicBezTo>
                    <a:pt x="0" y="1910"/>
                    <a:pt x="1910" y="0"/>
                    <a:pt x="4213" y="0"/>
                  </a:cubicBezTo>
                  <a:cubicBezTo>
                    <a:pt x="5504" y="0"/>
                    <a:pt x="6740" y="618"/>
                    <a:pt x="7526" y="1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3" name="Google Shape;13183;p31"/>
            <p:cNvSpPr/>
            <p:nvPr/>
          </p:nvSpPr>
          <p:spPr>
            <a:xfrm flipH="1">
              <a:off x="10316280" y="3300638"/>
              <a:ext cx="341427" cy="341357"/>
            </a:xfrm>
            <a:custGeom>
              <a:avLst/>
              <a:gdLst/>
              <a:ahLst/>
              <a:cxnLst/>
              <a:rect l="l" t="t" r="r" b="b"/>
              <a:pathLst>
                <a:path w="4888" h="4887" extrusionOk="0">
                  <a:moveTo>
                    <a:pt x="2472" y="0"/>
                  </a:moveTo>
                  <a:cubicBezTo>
                    <a:pt x="3820" y="0"/>
                    <a:pt x="4887" y="1123"/>
                    <a:pt x="4887" y="2471"/>
                  </a:cubicBezTo>
                  <a:cubicBezTo>
                    <a:pt x="4887" y="3763"/>
                    <a:pt x="3820" y="4886"/>
                    <a:pt x="2472" y="4886"/>
                  </a:cubicBezTo>
                  <a:cubicBezTo>
                    <a:pt x="1124" y="4886"/>
                    <a:pt x="57" y="3763"/>
                    <a:pt x="1" y="2471"/>
                  </a:cubicBezTo>
                  <a:cubicBezTo>
                    <a:pt x="1" y="1123"/>
                    <a:pt x="1124" y="0"/>
                    <a:pt x="24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4" name="Google Shape;13184;p31"/>
            <p:cNvSpPr/>
            <p:nvPr/>
          </p:nvSpPr>
          <p:spPr>
            <a:xfrm flipH="1">
              <a:off x="10343801" y="3273117"/>
              <a:ext cx="341357" cy="341427"/>
            </a:xfrm>
            <a:custGeom>
              <a:avLst/>
              <a:gdLst/>
              <a:ahLst/>
              <a:cxnLst/>
              <a:rect l="l" t="t" r="r" b="b"/>
              <a:pathLst>
                <a:path w="4887" h="4888" extrusionOk="0">
                  <a:moveTo>
                    <a:pt x="2416" y="57"/>
                  </a:moveTo>
                  <a:cubicBezTo>
                    <a:pt x="3764" y="1"/>
                    <a:pt x="4887" y="1124"/>
                    <a:pt x="4887" y="2472"/>
                  </a:cubicBezTo>
                  <a:cubicBezTo>
                    <a:pt x="4887" y="3764"/>
                    <a:pt x="3764" y="4887"/>
                    <a:pt x="2416" y="4887"/>
                  </a:cubicBezTo>
                  <a:cubicBezTo>
                    <a:pt x="1124" y="4887"/>
                    <a:pt x="1" y="3764"/>
                    <a:pt x="1" y="2472"/>
                  </a:cubicBezTo>
                  <a:cubicBezTo>
                    <a:pt x="1" y="1124"/>
                    <a:pt x="1124" y="1"/>
                    <a:pt x="2416" y="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5" name="Google Shape;13185;p31"/>
            <p:cNvSpPr/>
            <p:nvPr/>
          </p:nvSpPr>
          <p:spPr>
            <a:xfrm flipH="1">
              <a:off x="10344309" y="3310163"/>
              <a:ext cx="302101" cy="306083"/>
            </a:xfrm>
            <a:custGeom>
              <a:avLst/>
              <a:gdLst/>
              <a:ahLst/>
              <a:cxnLst/>
              <a:rect l="l" t="t" r="r" b="b"/>
              <a:pathLst>
                <a:path w="4325" h="4382" extrusionOk="0">
                  <a:moveTo>
                    <a:pt x="3819" y="450"/>
                  </a:moveTo>
                  <a:cubicBezTo>
                    <a:pt x="4156" y="899"/>
                    <a:pt x="4325" y="1404"/>
                    <a:pt x="4325" y="1966"/>
                  </a:cubicBezTo>
                  <a:cubicBezTo>
                    <a:pt x="4325" y="3258"/>
                    <a:pt x="3258" y="4325"/>
                    <a:pt x="1910" y="4381"/>
                  </a:cubicBezTo>
                  <a:cubicBezTo>
                    <a:pt x="1404" y="4381"/>
                    <a:pt x="899" y="4213"/>
                    <a:pt x="506" y="3876"/>
                  </a:cubicBezTo>
                  <a:cubicBezTo>
                    <a:pt x="169" y="3483"/>
                    <a:pt x="0" y="2921"/>
                    <a:pt x="0" y="2415"/>
                  </a:cubicBezTo>
                  <a:cubicBezTo>
                    <a:pt x="0" y="1067"/>
                    <a:pt x="1067" y="0"/>
                    <a:pt x="2415" y="0"/>
                  </a:cubicBezTo>
                  <a:cubicBezTo>
                    <a:pt x="2921" y="0"/>
                    <a:pt x="3426" y="169"/>
                    <a:pt x="3875" y="45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6" name="Google Shape;13186;p31"/>
            <p:cNvSpPr/>
            <p:nvPr/>
          </p:nvSpPr>
          <p:spPr>
            <a:xfrm flipH="1">
              <a:off x="10367341" y="3308461"/>
              <a:ext cx="286455" cy="282543"/>
            </a:xfrm>
            <a:custGeom>
              <a:avLst/>
              <a:gdLst/>
              <a:ahLst/>
              <a:cxnLst/>
              <a:rect l="l" t="t" r="r" b="b"/>
              <a:pathLst>
                <a:path w="4101" h="4045" extrusionOk="0">
                  <a:moveTo>
                    <a:pt x="338" y="3595"/>
                  </a:moveTo>
                  <a:cubicBezTo>
                    <a:pt x="113" y="3258"/>
                    <a:pt x="1" y="2809"/>
                    <a:pt x="1" y="2415"/>
                  </a:cubicBezTo>
                  <a:cubicBezTo>
                    <a:pt x="1" y="1067"/>
                    <a:pt x="1068" y="0"/>
                    <a:pt x="2416" y="0"/>
                  </a:cubicBezTo>
                  <a:cubicBezTo>
                    <a:pt x="2921" y="0"/>
                    <a:pt x="3371" y="113"/>
                    <a:pt x="3764" y="394"/>
                  </a:cubicBezTo>
                  <a:cubicBezTo>
                    <a:pt x="3989" y="730"/>
                    <a:pt x="4101" y="1180"/>
                    <a:pt x="4101" y="1573"/>
                  </a:cubicBezTo>
                  <a:cubicBezTo>
                    <a:pt x="4101" y="2921"/>
                    <a:pt x="2978" y="4044"/>
                    <a:pt x="1686" y="4044"/>
                  </a:cubicBezTo>
                  <a:cubicBezTo>
                    <a:pt x="1180" y="4044"/>
                    <a:pt x="731" y="3876"/>
                    <a:pt x="338" y="3595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7" name="Google Shape;13187;p31"/>
            <p:cNvSpPr/>
            <p:nvPr/>
          </p:nvSpPr>
          <p:spPr>
            <a:xfrm flipH="1">
              <a:off x="9496395" y="2563104"/>
              <a:ext cx="372789" cy="372720"/>
            </a:xfrm>
            <a:custGeom>
              <a:avLst/>
              <a:gdLst/>
              <a:ahLst/>
              <a:cxnLst/>
              <a:rect l="l" t="t" r="r" b="b"/>
              <a:pathLst>
                <a:path w="5337" h="5336" extrusionOk="0">
                  <a:moveTo>
                    <a:pt x="2697" y="0"/>
                  </a:moveTo>
                  <a:cubicBezTo>
                    <a:pt x="4157" y="0"/>
                    <a:pt x="5336" y="1180"/>
                    <a:pt x="5336" y="2696"/>
                  </a:cubicBezTo>
                  <a:cubicBezTo>
                    <a:pt x="5336" y="4156"/>
                    <a:pt x="4157" y="5336"/>
                    <a:pt x="2697" y="5336"/>
                  </a:cubicBezTo>
                  <a:cubicBezTo>
                    <a:pt x="1236" y="5336"/>
                    <a:pt x="57" y="4156"/>
                    <a:pt x="57" y="2696"/>
                  </a:cubicBezTo>
                  <a:cubicBezTo>
                    <a:pt x="1" y="1180"/>
                    <a:pt x="1236" y="0"/>
                    <a:pt x="26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8" name="Google Shape;13188;p31"/>
            <p:cNvSpPr/>
            <p:nvPr/>
          </p:nvSpPr>
          <p:spPr>
            <a:xfrm flipH="1">
              <a:off x="9496395" y="2586643"/>
              <a:ext cx="357073" cy="349180"/>
            </a:xfrm>
            <a:custGeom>
              <a:avLst/>
              <a:gdLst/>
              <a:ahLst/>
              <a:cxnLst/>
              <a:rect l="l" t="t" r="r" b="b"/>
              <a:pathLst>
                <a:path w="5112" h="4999" extrusionOk="0">
                  <a:moveTo>
                    <a:pt x="4774" y="1011"/>
                  </a:moveTo>
                  <a:cubicBezTo>
                    <a:pt x="4999" y="1404"/>
                    <a:pt x="5111" y="1854"/>
                    <a:pt x="5111" y="2359"/>
                  </a:cubicBezTo>
                  <a:cubicBezTo>
                    <a:pt x="5111" y="3763"/>
                    <a:pt x="3932" y="4999"/>
                    <a:pt x="2472" y="4999"/>
                  </a:cubicBezTo>
                  <a:cubicBezTo>
                    <a:pt x="1629" y="4999"/>
                    <a:pt x="843" y="4606"/>
                    <a:pt x="337" y="3988"/>
                  </a:cubicBezTo>
                  <a:cubicBezTo>
                    <a:pt x="113" y="3595"/>
                    <a:pt x="0" y="3145"/>
                    <a:pt x="0" y="2696"/>
                  </a:cubicBezTo>
                  <a:cubicBezTo>
                    <a:pt x="0" y="1180"/>
                    <a:pt x="1236" y="0"/>
                    <a:pt x="2696" y="56"/>
                  </a:cubicBezTo>
                  <a:cubicBezTo>
                    <a:pt x="3483" y="0"/>
                    <a:pt x="4269" y="393"/>
                    <a:pt x="4774" y="106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9" name="Google Shape;13189;p31"/>
            <p:cNvSpPr/>
            <p:nvPr/>
          </p:nvSpPr>
          <p:spPr>
            <a:xfrm flipH="1">
              <a:off x="9555280" y="2657261"/>
              <a:ext cx="215837" cy="215837"/>
            </a:xfrm>
            <a:custGeom>
              <a:avLst/>
              <a:gdLst/>
              <a:ahLst/>
              <a:cxnLst/>
              <a:rect l="l" t="t" r="r" b="b"/>
              <a:pathLst>
                <a:path w="3090" h="3090" extrusionOk="0">
                  <a:moveTo>
                    <a:pt x="1573" y="0"/>
                  </a:moveTo>
                  <a:cubicBezTo>
                    <a:pt x="2416" y="0"/>
                    <a:pt x="3090" y="730"/>
                    <a:pt x="3090" y="1573"/>
                  </a:cubicBezTo>
                  <a:cubicBezTo>
                    <a:pt x="3090" y="2415"/>
                    <a:pt x="2416" y="3089"/>
                    <a:pt x="1573" y="3089"/>
                  </a:cubicBezTo>
                  <a:cubicBezTo>
                    <a:pt x="731" y="3089"/>
                    <a:pt x="1" y="2415"/>
                    <a:pt x="1" y="1573"/>
                  </a:cubicBezTo>
                  <a:cubicBezTo>
                    <a:pt x="1" y="730"/>
                    <a:pt x="731" y="0"/>
                    <a:pt x="15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0" name="Google Shape;13190;p31"/>
            <p:cNvSpPr/>
            <p:nvPr/>
          </p:nvSpPr>
          <p:spPr>
            <a:xfrm flipH="1">
              <a:off x="9574838" y="2641545"/>
              <a:ext cx="211925" cy="215837"/>
            </a:xfrm>
            <a:custGeom>
              <a:avLst/>
              <a:gdLst/>
              <a:ahLst/>
              <a:cxnLst/>
              <a:rect l="l" t="t" r="r" b="b"/>
              <a:pathLst>
                <a:path w="3034" h="3090" extrusionOk="0">
                  <a:moveTo>
                    <a:pt x="1517" y="0"/>
                  </a:moveTo>
                  <a:cubicBezTo>
                    <a:pt x="2359" y="0"/>
                    <a:pt x="3033" y="674"/>
                    <a:pt x="3033" y="1573"/>
                  </a:cubicBezTo>
                  <a:cubicBezTo>
                    <a:pt x="3033" y="2415"/>
                    <a:pt x="2359" y="3089"/>
                    <a:pt x="1517" y="3089"/>
                  </a:cubicBezTo>
                  <a:cubicBezTo>
                    <a:pt x="674" y="3089"/>
                    <a:pt x="0" y="2415"/>
                    <a:pt x="0" y="1573"/>
                  </a:cubicBezTo>
                  <a:cubicBezTo>
                    <a:pt x="0" y="674"/>
                    <a:pt x="674" y="0"/>
                    <a:pt x="15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1" name="Google Shape;13191;p31"/>
            <p:cNvSpPr/>
            <p:nvPr/>
          </p:nvSpPr>
          <p:spPr>
            <a:xfrm flipH="1">
              <a:off x="9574838" y="2661172"/>
              <a:ext cx="192297" cy="196209"/>
            </a:xfrm>
            <a:custGeom>
              <a:avLst/>
              <a:gdLst/>
              <a:ahLst/>
              <a:cxnLst/>
              <a:rect l="l" t="t" r="r" b="b"/>
              <a:pathLst>
                <a:path w="2753" h="2809" extrusionOk="0">
                  <a:moveTo>
                    <a:pt x="2415" y="393"/>
                  </a:moveTo>
                  <a:cubicBezTo>
                    <a:pt x="2640" y="618"/>
                    <a:pt x="2752" y="955"/>
                    <a:pt x="2752" y="1292"/>
                  </a:cubicBezTo>
                  <a:cubicBezTo>
                    <a:pt x="2752" y="2134"/>
                    <a:pt x="2078" y="2808"/>
                    <a:pt x="1236" y="2808"/>
                  </a:cubicBezTo>
                  <a:cubicBezTo>
                    <a:pt x="899" y="2808"/>
                    <a:pt x="562" y="2696"/>
                    <a:pt x="281" y="2471"/>
                  </a:cubicBezTo>
                  <a:cubicBezTo>
                    <a:pt x="112" y="2191"/>
                    <a:pt x="0" y="1854"/>
                    <a:pt x="0" y="1517"/>
                  </a:cubicBezTo>
                  <a:cubicBezTo>
                    <a:pt x="0" y="674"/>
                    <a:pt x="674" y="0"/>
                    <a:pt x="1516" y="0"/>
                  </a:cubicBezTo>
                  <a:cubicBezTo>
                    <a:pt x="1853" y="0"/>
                    <a:pt x="2190" y="113"/>
                    <a:pt x="2415" y="337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2" name="Google Shape;13192;p31"/>
            <p:cNvSpPr/>
            <p:nvPr/>
          </p:nvSpPr>
          <p:spPr>
            <a:xfrm flipH="1">
              <a:off x="9586643" y="2661172"/>
              <a:ext cx="180492" cy="180492"/>
            </a:xfrm>
            <a:custGeom>
              <a:avLst/>
              <a:gdLst/>
              <a:ahLst/>
              <a:cxnLst/>
              <a:rect l="l" t="t" r="r" b="b"/>
              <a:pathLst>
                <a:path w="2584" h="2584" extrusionOk="0">
                  <a:moveTo>
                    <a:pt x="169" y="2303"/>
                  </a:moveTo>
                  <a:cubicBezTo>
                    <a:pt x="56" y="2078"/>
                    <a:pt x="0" y="1797"/>
                    <a:pt x="0" y="1573"/>
                  </a:cubicBezTo>
                  <a:cubicBezTo>
                    <a:pt x="0" y="730"/>
                    <a:pt x="674" y="0"/>
                    <a:pt x="1516" y="0"/>
                  </a:cubicBezTo>
                  <a:cubicBezTo>
                    <a:pt x="1797" y="0"/>
                    <a:pt x="2134" y="113"/>
                    <a:pt x="2359" y="281"/>
                  </a:cubicBezTo>
                  <a:cubicBezTo>
                    <a:pt x="2527" y="506"/>
                    <a:pt x="2584" y="787"/>
                    <a:pt x="2584" y="1067"/>
                  </a:cubicBezTo>
                  <a:cubicBezTo>
                    <a:pt x="2584" y="1910"/>
                    <a:pt x="1853" y="2584"/>
                    <a:pt x="1011" y="2584"/>
                  </a:cubicBezTo>
                  <a:cubicBezTo>
                    <a:pt x="730" y="2584"/>
                    <a:pt x="449" y="2528"/>
                    <a:pt x="169" y="2359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3" name="Google Shape;13193;p31"/>
            <p:cNvSpPr/>
            <p:nvPr/>
          </p:nvSpPr>
          <p:spPr>
            <a:xfrm flipH="1">
              <a:off x="9629810" y="3069159"/>
              <a:ext cx="105962" cy="109874"/>
            </a:xfrm>
            <a:custGeom>
              <a:avLst/>
              <a:gdLst/>
              <a:ahLst/>
              <a:cxnLst/>
              <a:rect l="l" t="t" r="r" b="b"/>
              <a:pathLst>
                <a:path w="1517" h="1573" extrusionOk="0">
                  <a:moveTo>
                    <a:pt x="787" y="56"/>
                  </a:moveTo>
                  <a:cubicBezTo>
                    <a:pt x="1180" y="56"/>
                    <a:pt x="1517" y="337"/>
                    <a:pt x="1517" y="787"/>
                  </a:cubicBezTo>
                  <a:cubicBezTo>
                    <a:pt x="1517" y="1180"/>
                    <a:pt x="1180" y="1517"/>
                    <a:pt x="787" y="1573"/>
                  </a:cubicBezTo>
                  <a:cubicBezTo>
                    <a:pt x="337" y="1517"/>
                    <a:pt x="0" y="1180"/>
                    <a:pt x="57" y="787"/>
                  </a:cubicBezTo>
                  <a:cubicBezTo>
                    <a:pt x="0" y="393"/>
                    <a:pt x="337" y="0"/>
                    <a:pt x="787" y="5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4" name="Google Shape;13194;p31"/>
            <p:cNvSpPr/>
            <p:nvPr/>
          </p:nvSpPr>
          <p:spPr>
            <a:xfrm flipH="1">
              <a:off x="9629811" y="3080894"/>
              <a:ext cx="94228" cy="98139"/>
            </a:xfrm>
            <a:custGeom>
              <a:avLst/>
              <a:gdLst/>
              <a:ahLst/>
              <a:cxnLst/>
              <a:rect l="l" t="t" r="r" b="b"/>
              <a:pathLst>
                <a:path w="1349" h="1405" extrusionOk="0">
                  <a:moveTo>
                    <a:pt x="1236" y="169"/>
                  </a:moveTo>
                  <a:cubicBezTo>
                    <a:pt x="1293" y="282"/>
                    <a:pt x="1349" y="450"/>
                    <a:pt x="1349" y="619"/>
                  </a:cubicBezTo>
                  <a:cubicBezTo>
                    <a:pt x="1349" y="1012"/>
                    <a:pt x="1012" y="1405"/>
                    <a:pt x="619" y="1405"/>
                  </a:cubicBezTo>
                  <a:cubicBezTo>
                    <a:pt x="450" y="1405"/>
                    <a:pt x="282" y="1349"/>
                    <a:pt x="169" y="1236"/>
                  </a:cubicBezTo>
                  <a:cubicBezTo>
                    <a:pt x="57" y="1068"/>
                    <a:pt x="1" y="956"/>
                    <a:pt x="1" y="787"/>
                  </a:cubicBezTo>
                  <a:cubicBezTo>
                    <a:pt x="1" y="338"/>
                    <a:pt x="338" y="1"/>
                    <a:pt x="787" y="1"/>
                  </a:cubicBezTo>
                  <a:cubicBezTo>
                    <a:pt x="899" y="1"/>
                    <a:pt x="1068" y="57"/>
                    <a:pt x="1236" y="16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5" name="Google Shape;13195;p31"/>
            <p:cNvSpPr/>
            <p:nvPr/>
          </p:nvSpPr>
          <p:spPr>
            <a:xfrm flipH="1">
              <a:off x="9633722" y="3080894"/>
              <a:ext cx="90316" cy="86404"/>
            </a:xfrm>
            <a:custGeom>
              <a:avLst/>
              <a:gdLst/>
              <a:ahLst/>
              <a:cxnLst/>
              <a:rect l="l" t="t" r="r" b="b"/>
              <a:pathLst>
                <a:path w="1293" h="1237" extrusionOk="0">
                  <a:moveTo>
                    <a:pt x="113" y="1124"/>
                  </a:moveTo>
                  <a:cubicBezTo>
                    <a:pt x="57" y="1012"/>
                    <a:pt x="1" y="899"/>
                    <a:pt x="1" y="787"/>
                  </a:cubicBezTo>
                  <a:cubicBezTo>
                    <a:pt x="1" y="338"/>
                    <a:pt x="338" y="1"/>
                    <a:pt x="787" y="1"/>
                  </a:cubicBezTo>
                  <a:cubicBezTo>
                    <a:pt x="899" y="1"/>
                    <a:pt x="1068" y="57"/>
                    <a:pt x="1180" y="113"/>
                  </a:cubicBezTo>
                  <a:cubicBezTo>
                    <a:pt x="1236" y="225"/>
                    <a:pt x="1293" y="394"/>
                    <a:pt x="1293" y="506"/>
                  </a:cubicBezTo>
                  <a:cubicBezTo>
                    <a:pt x="1293" y="899"/>
                    <a:pt x="956" y="1236"/>
                    <a:pt x="506" y="1236"/>
                  </a:cubicBezTo>
                  <a:cubicBezTo>
                    <a:pt x="394" y="1236"/>
                    <a:pt x="226" y="1236"/>
                    <a:pt x="113" y="1124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6" name="Google Shape;13196;p31"/>
            <p:cNvSpPr/>
            <p:nvPr/>
          </p:nvSpPr>
          <p:spPr>
            <a:xfrm flipH="1">
              <a:off x="10936123" y="3685086"/>
              <a:ext cx="62865" cy="721900"/>
            </a:xfrm>
            <a:custGeom>
              <a:avLst/>
              <a:gdLst/>
              <a:ahLst/>
              <a:cxnLst/>
              <a:rect l="l" t="t" r="r" b="b"/>
              <a:pathLst>
                <a:path w="900" h="10335" extrusionOk="0">
                  <a:moveTo>
                    <a:pt x="899" y="0"/>
                  </a:moveTo>
                  <a:lnTo>
                    <a:pt x="899" y="10334"/>
                  </a:lnTo>
                  <a:lnTo>
                    <a:pt x="0" y="103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7" name="Google Shape;13197;p31"/>
            <p:cNvSpPr/>
            <p:nvPr/>
          </p:nvSpPr>
          <p:spPr>
            <a:xfrm flipH="1">
              <a:off x="10936123" y="3696820"/>
              <a:ext cx="62865" cy="388436"/>
            </a:xfrm>
            <a:custGeom>
              <a:avLst/>
              <a:gdLst/>
              <a:ahLst/>
              <a:cxnLst/>
              <a:rect l="l" t="t" r="r" b="b"/>
              <a:pathLst>
                <a:path w="900" h="5561" extrusionOk="0">
                  <a:moveTo>
                    <a:pt x="899" y="1"/>
                  </a:moveTo>
                  <a:lnTo>
                    <a:pt x="899" y="5561"/>
                  </a:lnTo>
                  <a:lnTo>
                    <a:pt x="618" y="5561"/>
                  </a:lnTo>
                  <a:cubicBezTo>
                    <a:pt x="450" y="5505"/>
                    <a:pt x="225" y="5505"/>
                    <a:pt x="0" y="5449"/>
                  </a:cubicBezTo>
                  <a:lnTo>
                    <a:pt x="0" y="169"/>
                  </a:lnTo>
                  <a:cubicBezTo>
                    <a:pt x="281" y="57"/>
                    <a:pt x="562" y="1"/>
                    <a:pt x="899" y="1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8" name="Google Shape;13198;p31"/>
            <p:cNvSpPr/>
            <p:nvPr/>
          </p:nvSpPr>
          <p:spPr>
            <a:xfrm flipH="1">
              <a:off x="10779239" y="4406903"/>
              <a:ext cx="309994" cy="153041"/>
            </a:xfrm>
            <a:custGeom>
              <a:avLst/>
              <a:gdLst/>
              <a:ahLst/>
              <a:cxnLst/>
              <a:rect l="l" t="t" r="r" b="b"/>
              <a:pathLst>
                <a:path w="4438" h="2191" extrusionOk="0">
                  <a:moveTo>
                    <a:pt x="4438" y="0"/>
                  </a:moveTo>
                  <a:lnTo>
                    <a:pt x="4438" y="2191"/>
                  </a:lnTo>
                  <a:lnTo>
                    <a:pt x="1124" y="2191"/>
                  </a:lnTo>
                  <a:cubicBezTo>
                    <a:pt x="1" y="2191"/>
                    <a:pt x="57" y="0"/>
                    <a:pt x="11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9" name="Google Shape;13199;p31"/>
            <p:cNvSpPr/>
            <p:nvPr/>
          </p:nvSpPr>
          <p:spPr>
            <a:xfrm flipH="1">
              <a:off x="10779239" y="4414726"/>
              <a:ext cx="294278" cy="149200"/>
            </a:xfrm>
            <a:custGeom>
              <a:avLst/>
              <a:gdLst/>
              <a:ahLst/>
              <a:cxnLst/>
              <a:rect l="l" t="t" r="r" b="b"/>
              <a:pathLst>
                <a:path w="4213" h="2136" extrusionOk="0">
                  <a:moveTo>
                    <a:pt x="4213" y="1"/>
                  </a:moveTo>
                  <a:lnTo>
                    <a:pt x="4213" y="2135"/>
                  </a:lnTo>
                  <a:lnTo>
                    <a:pt x="899" y="2135"/>
                  </a:lnTo>
                  <a:cubicBezTo>
                    <a:pt x="674" y="2135"/>
                    <a:pt x="506" y="2023"/>
                    <a:pt x="337" y="1910"/>
                  </a:cubicBezTo>
                  <a:cubicBezTo>
                    <a:pt x="0" y="1236"/>
                    <a:pt x="225" y="57"/>
                    <a:pt x="1011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0" name="Google Shape;13200;p31"/>
            <p:cNvSpPr/>
            <p:nvPr/>
          </p:nvSpPr>
          <p:spPr>
            <a:xfrm flipH="1">
              <a:off x="10763521" y="3638007"/>
              <a:ext cx="411975" cy="411975"/>
            </a:xfrm>
            <a:custGeom>
              <a:avLst/>
              <a:gdLst/>
              <a:ahLst/>
              <a:cxnLst/>
              <a:rect l="l" t="t" r="r" b="b"/>
              <a:pathLst>
                <a:path w="5898" h="5898" extrusionOk="0">
                  <a:moveTo>
                    <a:pt x="2977" y="0"/>
                  </a:moveTo>
                  <a:cubicBezTo>
                    <a:pt x="4605" y="0"/>
                    <a:pt x="5897" y="1348"/>
                    <a:pt x="5897" y="2977"/>
                  </a:cubicBezTo>
                  <a:cubicBezTo>
                    <a:pt x="5897" y="4606"/>
                    <a:pt x="4605" y="5897"/>
                    <a:pt x="2977" y="5897"/>
                  </a:cubicBezTo>
                  <a:cubicBezTo>
                    <a:pt x="1348" y="5897"/>
                    <a:pt x="0" y="4606"/>
                    <a:pt x="0" y="2977"/>
                  </a:cubicBezTo>
                  <a:cubicBezTo>
                    <a:pt x="0" y="1348"/>
                    <a:pt x="1348" y="0"/>
                    <a:pt x="29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1" name="Google Shape;13201;p31"/>
            <p:cNvSpPr/>
            <p:nvPr/>
          </p:nvSpPr>
          <p:spPr>
            <a:xfrm flipH="1">
              <a:off x="10763521" y="3665458"/>
              <a:ext cx="396329" cy="384524"/>
            </a:xfrm>
            <a:custGeom>
              <a:avLst/>
              <a:gdLst/>
              <a:ahLst/>
              <a:cxnLst/>
              <a:rect l="l" t="t" r="r" b="b"/>
              <a:pathLst>
                <a:path w="5674" h="5505" extrusionOk="0">
                  <a:moveTo>
                    <a:pt x="5280" y="1124"/>
                  </a:moveTo>
                  <a:cubicBezTo>
                    <a:pt x="5561" y="1573"/>
                    <a:pt x="5673" y="2078"/>
                    <a:pt x="5673" y="2584"/>
                  </a:cubicBezTo>
                  <a:cubicBezTo>
                    <a:pt x="5673" y="4213"/>
                    <a:pt x="4381" y="5504"/>
                    <a:pt x="2753" y="5504"/>
                  </a:cubicBezTo>
                  <a:cubicBezTo>
                    <a:pt x="1798" y="5504"/>
                    <a:pt x="955" y="5111"/>
                    <a:pt x="394" y="4381"/>
                  </a:cubicBezTo>
                  <a:cubicBezTo>
                    <a:pt x="169" y="3932"/>
                    <a:pt x="57" y="3483"/>
                    <a:pt x="1" y="2921"/>
                  </a:cubicBezTo>
                  <a:cubicBezTo>
                    <a:pt x="57" y="1348"/>
                    <a:pt x="1349" y="0"/>
                    <a:pt x="2977" y="0"/>
                  </a:cubicBezTo>
                  <a:cubicBezTo>
                    <a:pt x="3876" y="0"/>
                    <a:pt x="4718" y="393"/>
                    <a:pt x="5280" y="11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2" name="Google Shape;13202;p31"/>
            <p:cNvSpPr/>
            <p:nvPr/>
          </p:nvSpPr>
          <p:spPr>
            <a:xfrm flipH="1">
              <a:off x="10826318" y="3743898"/>
              <a:ext cx="239376" cy="239376"/>
            </a:xfrm>
            <a:custGeom>
              <a:avLst/>
              <a:gdLst/>
              <a:ahLst/>
              <a:cxnLst/>
              <a:rect l="l" t="t" r="r" b="b"/>
              <a:pathLst>
                <a:path w="3427" h="3427" extrusionOk="0">
                  <a:moveTo>
                    <a:pt x="1686" y="1"/>
                  </a:moveTo>
                  <a:cubicBezTo>
                    <a:pt x="2640" y="1"/>
                    <a:pt x="3427" y="787"/>
                    <a:pt x="3427" y="1742"/>
                  </a:cubicBezTo>
                  <a:cubicBezTo>
                    <a:pt x="3427" y="2640"/>
                    <a:pt x="2640" y="3427"/>
                    <a:pt x="1686" y="3427"/>
                  </a:cubicBezTo>
                  <a:cubicBezTo>
                    <a:pt x="731" y="3427"/>
                    <a:pt x="1" y="2640"/>
                    <a:pt x="1" y="1742"/>
                  </a:cubicBezTo>
                  <a:cubicBezTo>
                    <a:pt x="1" y="787"/>
                    <a:pt x="731" y="1"/>
                    <a:pt x="16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3" name="Google Shape;13203;p31"/>
            <p:cNvSpPr/>
            <p:nvPr/>
          </p:nvSpPr>
          <p:spPr>
            <a:xfrm flipH="1">
              <a:off x="10849857" y="3724271"/>
              <a:ext cx="239376" cy="239376"/>
            </a:xfrm>
            <a:custGeom>
              <a:avLst/>
              <a:gdLst/>
              <a:ahLst/>
              <a:cxnLst/>
              <a:rect l="l" t="t" r="r" b="b"/>
              <a:pathLst>
                <a:path w="3427" h="3427" extrusionOk="0">
                  <a:moveTo>
                    <a:pt x="1742" y="1"/>
                  </a:moveTo>
                  <a:cubicBezTo>
                    <a:pt x="2640" y="1"/>
                    <a:pt x="3427" y="787"/>
                    <a:pt x="3427" y="1742"/>
                  </a:cubicBezTo>
                  <a:cubicBezTo>
                    <a:pt x="3427" y="2697"/>
                    <a:pt x="2640" y="3427"/>
                    <a:pt x="1742" y="3427"/>
                  </a:cubicBezTo>
                  <a:cubicBezTo>
                    <a:pt x="787" y="3427"/>
                    <a:pt x="1" y="2697"/>
                    <a:pt x="1" y="1742"/>
                  </a:cubicBezTo>
                  <a:cubicBezTo>
                    <a:pt x="1" y="787"/>
                    <a:pt x="787" y="1"/>
                    <a:pt x="17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4" name="Google Shape;13204;p31"/>
            <p:cNvSpPr/>
            <p:nvPr/>
          </p:nvSpPr>
          <p:spPr>
            <a:xfrm flipH="1">
              <a:off x="10849857" y="3747810"/>
              <a:ext cx="215837" cy="215836"/>
            </a:xfrm>
            <a:custGeom>
              <a:avLst/>
              <a:gdLst/>
              <a:ahLst/>
              <a:cxnLst/>
              <a:rect l="l" t="t" r="r" b="b"/>
              <a:pathLst>
                <a:path w="3090" h="3090" extrusionOk="0">
                  <a:moveTo>
                    <a:pt x="2753" y="338"/>
                  </a:moveTo>
                  <a:cubicBezTo>
                    <a:pt x="2977" y="675"/>
                    <a:pt x="3090" y="1012"/>
                    <a:pt x="3090" y="1405"/>
                  </a:cubicBezTo>
                  <a:cubicBezTo>
                    <a:pt x="3090" y="2360"/>
                    <a:pt x="2303" y="3090"/>
                    <a:pt x="1405" y="3090"/>
                  </a:cubicBezTo>
                  <a:cubicBezTo>
                    <a:pt x="1012" y="3090"/>
                    <a:pt x="675" y="2978"/>
                    <a:pt x="338" y="2753"/>
                  </a:cubicBezTo>
                  <a:cubicBezTo>
                    <a:pt x="113" y="2472"/>
                    <a:pt x="1" y="2079"/>
                    <a:pt x="1" y="1742"/>
                  </a:cubicBezTo>
                  <a:cubicBezTo>
                    <a:pt x="1" y="787"/>
                    <a:pt x="787" y="1"/>
                    <a:pt x="1742" y="1"/>
                  </a:cubicBezTo>
                  <a:cubicBezTo>
                    <a:pt x="2079" y="1"/>
                    <a:pt x="2416" y="113"/>
                    <a:pt x="2753" y="33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5" name="Google Shape;13205;p31"/>
            <p:cNvSpPr/>
            <p:nvPr/>
          </p:nvSpPr>
          <p:spPr>
            <a:xfrm flipH="1">
              <a:off x="10865574" y="3747810"/>
              <a:ext cx="200120" cy="200190"/>
            </a:xfrm>
            <a:custGeom>
              <a:avLst/>
              <a:gdLst/>
              <a:ahLst/>
              <a:cxnLst/>
              <a:rect l="l" t="t" r="r" b="b"/>
              <a:pathLst>
                <a:path w="2865" h="2866" extrusionOk="0">
                  <a:moveTo>
                    <a:pt x="225" y="2584"/>
                  </a:moveTo>
                  <a:cubicBezTo>
                    <a:pt x="113" y="2304"/>
                    <a:pt x="1" y="2023"/>
                    <a:pt x="1" y="1742"/>
                  </a:cubicBezTo>
                  <a:cubicBezTo>
                    <a:pt x="1" y="787"/>
                    <a:pt x="787" y="1"/>
                    <a:pt x="1742" y="1"/>
                  </a:cubicBezTo>
                  <a:cubicBezTo>
                    <a:pt x="2023" y="1"/>
                    <a:pt x="2360" y="113"/>
                    <a:pt x="2640" y="282"/>
                  </a:cubicBezTo>
                  <a:cubicBezTo>
                    <a:pt x="2809" y="562"/>
                    <a:pt x="2865" y="843"/>
                    <a:pt x="2865" y="1124"/>
                  </a:cubicBezTo>
                  <a:cubicBezTo>
                    <a:pt x="2865" y="2079"/>
                    <a:pt x="2135" y="2865"/>
                    <a:pt x="1180" y="2865"/>
                  </a:cubicBezTo>
                  <a:cubicBezTo>
                    <a:pt x="843" y="2865"/>
                    <a:pt x="506" y="2753"/>
                    <a:pt x="225" y="2584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6" name="Google Shape;13206;p31"/>
            <p:cNvSpPr/>
            <p:nvPr/>
          </p:nvSpPr>
          <p:spPr>
            <a:xfrm flipH="1">
              <a:off x="10912583" y="4434354"/>
              <a:ext cx="106032" cy="106032"/>
            </a:xfrm>
            <a:custGeom>
              <a:avLst/>
              <a:gdLst/>
              <a:ahLst/>
              <a:cxnLst/>
              <a:rect l="l" t="t" r="r" b="b"/>
              <a:pathLst>
                <a:path w="1518" h="1518" extrusionOk="0">
                  <a:moveTo>
                    <a:pt x="787" y="1"/>
                  </a:moveTo>
                  <a:cubicBezTo>
                    <a:pt x="1180" y="1"/>
                    <a:pt x="1517" y="338"/>
                    <a:pt x="1517" y="787"/>
                  </a:cubicBezTo>
                  <a:cubicBezTo>
                    <a:pt x="1517" y="1180"/>
                    <a:pt x="1180" y="1517"/>
                    <a:pt x="787" y="1517"/>
                  </a:cubicBezTo>
                  <a:cubicBezTo>
                    <a:pt x="338" y="1517"/>
                    <a:pt x="1" y="1180"/>
                    <a:pt x="1" y="787"/>
                  </a:cubicBezTo>
                  <a:cubicBezTo>
                    <a:pt x="1" y="338"/>
                    <a:pt x="338" y="1"/>
                    <a:pt x="7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7" name="Google Shape;13207;p31"/>
            <p:cNvSpPr/>
            <p:nvPr/>
          </p:nvSpPr>
          <p:spPr>
            <a:xfrm flipH="1">
              <a:off x="10912584" y="4446158"/>
              <a:ext cx="94228" cy="94228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180" y="112"/>
                  </a:moveTo>
                  <a:cubicBezTo>
                    <a:pt x="1292" y="281"/>
                    <a:pt x="1348" y="449"/>
                    <a:pt x="1348" y="618"/>
                  </a:cubicBezTo>
                  <a:cubicBezTo>
                    <a:pt x="1348" y="1011"/>
                    <a:pt x="1011" y="1348"/>
                    <a:pt x="618" y="1348"/>
                  </a:cubicBezTo>
                  <a:cubicBezTo>
                    <a:pt x="449" y="1348"/>
                    <a:pt x="281" y="1292"/>
                    <a:pt x="112" y="1180"/>
                  </a:cubicBezTo>
                  <a:cubicBezTo>
                    <a:pt x="56" y="1067"/>
                    <a:pt x="0" y="899"/>
                    <a:pt x="0" y="730"/>
                  </a:cubicBezTo>
                  <a:cubicBezTo>
                    <a:pt x="0" y="337"/>
                    <a:pt x="337" y="0"/>
                    <a:pt x="730" y="0"/>
                  </a:cubicBezTo>
                  <a:cubicBezTo>
                    <a:pt x="899" y="0"/>
                    <a:pt x="1067" y="56"/>
                    <a:pt x="1180" y="11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8" name="Google Shape;13208;p31"/>
            <p:cNvSpPr/>
            <p:nvPr/>
          </p:nvSpPr>
          <p:spPr>
            <a:xfrm flipH="1">
              <a:off x="10920477" y="4446158"/>
              <a:ext cx="86335" cy="86335"/>
            </a:xfrm>
            <a:custGeom>
              <a:avLst/>
              <a:gdLst/>
              <a:ahLst/>
              <a:cxnLst/>
              <a:rect l="l" t="t" r="r" b="b"/>
              <a:pathLst>
                <a:path w="1236" h="1236" extrusionOk="0">
                  <a:moveTo>
                    <a:pt x="56" y="1123"/>
                  </a:moveTo>
                  <a:cubicBezTo>
                    <a:pt x="0" y="1011"/>
                    <a:pt x="0" y="843"/>
                    <a:pt x="0" y="730"/>
                  </a:cubicBezTo>
                  <a:cubicBezTo>
                    <a:pt x="0" y="337"/>
                    <a:pt x="337" y="0"/>
                    <a:pt x="730" y="0"/>
                  </a:cubicBezTo>
                  <a:cubicBezTo>
                    <a:pt x="843" y="0"/>
                    <a:pt x="1011" y="56"/>
                    <a:pt x="1123" y="112"/>
                  </a:cubicBezTo>
                  <a:cubicBezTo>
                    <a:pt x="1180" y="225"/>
                    <a:pt x="1236" y="337"/>
                    <a:pt x="1236" y="506"/>
                  </a:cubicBezTo>
                  <a:cubicBezTo>
                    <a:pt x="1236" y="899"/>
                    <a:pt x="899" y="1236"/>
                    <a:pt x="506" y="1236"/>
                  </a:cubicBezTo>
                  <a:cubicBezTo>
                    <a:pt x="337" y="1236"/>
                    <a:pt x="169" y="1180"/>
                    <a:pt x="56" y="1123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9" name="Google Shape;13209;p31"/>
            <p:cNvSpPr/>
            <p:nvPr/>
          </p:nvSpPr>
          <p:spPr>
            <a:xfrm flipH="1">
              <a:off x="10351625" y="3861593"/>
              <a:ext cx="274650" cy="431603"/>
            </a:xfrm>
            <a:custGeom>
              <a:avLst/>
              <a:gdLst/>
              <a:ahLst/>
              <a:cxnLst/>
              <a:rect l="l" t="t" r="r" b="b"/>
              <a:pathLst>
                <a:path w="3932" h="6179" extrusionOk="0">
                  <a:moveTo>
                    <a:pt x="3819" y="57"/>
                  </a:moveTo>
                  <a:lnTo>
                    <a:pt x="3819" y="6123"/>
                  </a:lnTo>
                  <a:lnTo>
                    <a:pt x="112" y="6123"/>
                  </a:lnTo>
                  <a:lnTo>
                    <a:pt x="112" y="57"/>
                  </a:lnTo>
                  <a:close/>
                  <a:moveTo>
                    <a:pt x="0" y="1"/>
                  </a:moveTo>
                  <a:lnTo>
                    <a:pt x="0" y="6179"/>
                  </a:lnTo>
                  <a:lnTo>
                    <a:pt x="3932" y="6179"/>
                  </a:lnTo>
                  <a:lnTo>
                    <a:pt x="393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0" name="Google Shape;13210;p31"/>
            <p:cNvSpPr/>
            <p:nvPr/>
          </p:nvSpPr>
          <p:spPr>
            <a:xfrm flipH="1">
              <a:off x="10532118" y="4124434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1" name="Google Shape;13211;p31"/>
            <p:cNvSpPr/>
            <p:nvPr/>
          </p:nvSpPr>
          <p:spPr>
            <a:xfrm flipH="1">
              <a:off x="10461501" y="4124434"/>
              <a:ext cx="51060" cy="51060"/>
            </a:xfrm>
            <a:custGeom>
              <a:avLst/>
              <a:gdLst/>
              <a:ahLst/>
              <a:cxnLst/>
              <a:rect l="l" t="t" r="r" b="b"/>
              <a:pathLst>
                <a:path w="731" h="731" extrusionOk="0">
                  <a:moveTo>
                    <a:pt x="1" y="1"/>
                  </a:moveTo>
                  <a:lnTo>
                    <a:pt x="731" y="1"/>
                  </a:lnTo>
                  <a:lnTo>
                    <a:pt x="731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2" name="Google Shape;13212;p31"/>
            <p:cNvSpPr/>
            <p:nvPr/>
          </p:nvSpPr>
          <p:spPr>
            <a:xfrm flipH="1">
              <a:off x="10394795" y="4124434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3" name="Google Shape;13213;p31"/>
            <p:cNvSpPr/>
            <p:nvPr/>
          </p:nvSpPr>
          <p:spPr>
            <a:xfrm flipH="1">
              <a:off x="10532118" y="419505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4" name="Google Shape;13214;p31"/>
            <p:cNvSpPr/>
            <p:nvPr/>
          </p:nvSpPr>
          <p:spPr>
            <a:xfrm flipH="1">
              <a:off x="10461501" y="4195052"/>
              <a:ext cx="51060" cy="47149"/>
            </a:xfrm>
            <a:custGeom>
              <a:avLst/>
              <a:gdLst/>
              <a:ahLst/>
              <a:cxnLst/>
              <a:rect l="l" t="t" r="r" b="b"/>
              <a:pathLst>
                <a:path w="731" h="675" extrusionOk="0">
                  <a:moveTo>
                    <a:pt x="1" y="1"/>
                  </a:moveTo>
                  <a:lnTo>
                    <a:pt x="731" y="1"/>
                  </a:lnTo>
                  <a:lnTo>
                    <a:pt x="731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5" name="Google Shape;13215;p31"/>
            <p:cNvSpPr/>
            <p:nvPr/>
          </p:nvSpPr>
          <p:spPr>
            <a:xfrm flipH="1">
              <a:off x="10394795" y="419505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6" name="Google Shape;13216;p31"/>
            <p:cNvSpPr/>
            <p:nvPr/>
          </p:nvSpPr>
          <p:spPr>
            <a:xfrm flipH="1">
              <a:off x="10532118" y="398711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7" name="Google Shape;13217;p31"/>
            <p:cNvSpPr/>
            <p:nvPr/>
          </p:nvSpPr>
          <p:spPr>
            <a:xfrm flipH="1">
              <a:off x="10461501" y="3987112"/>
              <a:ext cx="51060" cy="47149"/>
            </a:xfrm>
            <a:custGeom>
              <a:avLst/>
              <a:gdLst/>
              <a:ahLst/>
              <a:cxnLst/>
              <a:rect l="l" t="t" r="r" b="b"/>
              <a:pathLst>
                <a:path w="731" h="675" extrusionOk="0">
                  <a:moveTo>
                    <a:pt x="1" y="1"/>
                  </a:moveTo>
                  <a:lnTo>
                    <a:pt x="731" y="1"/>
                  </a:lnTo>
                  <a:lnTo>
                    <a:pt x="731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8" name="Google Shape;13218;p31"/>
            <p:cNvSpPr/>
            <p:nvPr/>
          </p:nvSpPr>
          <p:spPr>
            <a:xfrm flipH="1">
              <a:off x="10394795" y="398711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9" name="Google Shape;13219;p31"/>
            <p:cNvSpPr/>
            <p:nvPr/>
          </p:nvSpPr>
          <p:spPr>
            <a:xfrm flipH="1">
              <a:off x="10532118" y="4053817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0" name="Google Shape;13220;p31"/>
            <p:cNvSpPr/>
            <p:nvPr/>
          </p:nvSpPr>
          <p:spPr>
            <a:xfrm flipH="1">
              <a:off x="10461501" y="4053817"/>
              <a:ext cx="51060" cy="51060"/>
            </a:xfrm>
            <a:custGeom>
              <a:avLst/>
              <a:gdLst/>
              <a:ahLst/>
              <a:cxnLst/>
              <a:rect l="l" t="t" r="r" b="b"/>
              <a:pathLst>
                <a:path w="731" h="731" extrusionOk="0">
                  <a:moveTo>
                    <a:pt x="1" y="1"/>
                  </a:moveTo>
                  <a:lnTo>
                    <a:pt x="731" y="1"/>
                  </a:lnTo>
                  <a:lnTo>
                    <a:pt x="731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1" name="Google Shape;13221;p31"/>
            <p:cNvSpPr/>
            <p:nvPr/>
          </p:nvSpPr>
          <p:spPr>
            <a:xfrm flipH="1">
              <a:off x="10394795" y="4053817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22" name="Google Shape;13222;p31"/>
          <p:cNvGrpSpPr/>
          <p:nvPr/>
        </p:nvGrpSpPr>
        <p:grpSpPr>
          <a:xfrm>
            <a:off x="278650" y="0"/>
            <a:ext cx="2554605" cy="1316182"/>
            <a:chOff x="126250" y="0"/>
            <a:chExt cx="2828515" cy="1907662"/>
          </a:xfrm>
        </p:grpSpPr>
        <p:sp>
          <p:nvSpPr>
            <p:cNvPr id="13223" name="Google Shape;13223;p31"/>
            <p:cNvSpPr/>
            <p:nvPr/>
          </p:nvSpPr>
          <p:spPr>
            <a:xfrm rot="1793316">
              <a:off x="1946350" y="1299243"/>
              <a:ext cx="578549" cy="1127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4" name="Google Shape;13224;p31"/>
            <p:cNvSpPr/>
            <p:nvPr/>
          </p:nvSpPr>
          <p:spPr>
            <a:xfrm rot="-781044">
              <a:off x="2485436" y="1463120"/>
              <a:ext cx="383362" cy="287535"/>
            </a:xfrm>
            <a:custGeom>
              <a:avLst/>
              <a:gdLst/>
              <a:ahLst/>
              <a:cxnLst/>
              <a:rect l="l" t="t" r="r" b="b"/>
              <a:pathLst>
                <a:path w="3820" h="2865" extrusionOk="0">
                  <a:moveTo>
                    <a:pt x="0" y="0"/>
                  </a:moveTo>
                  <a:lnTo>
                    <a:pt x="2135" y="2022"/>
                  </a:lnTo>
                  <a:lnTo>
                    <a:pt x="3763" y="2864"/>
                  </a:lnTo>
                  <a:lnTo>
                    <a:pt x="3819" y="2640"/>
                  </a:lnTo>
                  <a:lnTo>
                    <a:pt x="2415" y="1741"/>
                  </a:lnTo>
                  <a:lnTo>
                    <a:pt x="2303" y="1629"/>
                  </a:lnTo>
                  <a:lnTo>
                    <a:pt x="2303" y="1629"/>
                  </a:lnTo>
                  <a:lnTo>
                    <a:pt x="955" y="168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5" name="Google Shape;13225;p31"/>
            <p:cNvSpPr/>
            <p:nvPr/>
          </p:nvSpPr>
          <p:spPr>
            <a:xfrm rot="-781044">
              <a:off x="2504051" y="1478498"/>
              <a:ext cx="360882" cy="270675"/>
            </a:xfrm>
            <a:custGeom>
              <a:avLst/>
              <a:gdLst/>
              <a:ahLst/>
              <a:cxnLst/>
              <a:rect l="l" t="t" r="r" b="b"/>
              <a:pathLst>
                <a:path w="3596" h="2697" extrusionOk="0">
                  <a:moveTo>
                    <a:pt x="1" y="0"/>
                  </a:moveTo>
                  <a:lnTo>
                    <a:pt x="1967" y="1854"/>
                  </a:lnTo>
                  <a:lnTo>
                    <a:pt x="3595" y="2696"/>
                  </a:lnTo>
                  <a:lnTo>
                    <a:pt x="3595" y="2640"/>
                  </a:lnTo>
                  <a:lnTo>
                    <a:pt x="2191" y="1742"/>
                  </a:lnTo>
                  <a:lnTo>
                    <a:pt x="2079" y="1573"/>
                  </a:lnTo>
                  <a:lnTo>
                    <a:pt x="2079" y="1573"/>
                  </a:lnTo>
                  <a:lnTo>
                    <a:pt x="731" y="113"/>
                  </a:lnTo>
                  <a:close/>
                </a:path>
              </a:pathLst>
            </a:custGeom>
            <a:solidFill>
              <a:srgbClr val="9CB7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6" name="Google Shape;13226;p31"/>
            <p:cNvSpPr/>
            <p:nvPr/>
          </p:nvSpPr>
          <p:spPr>
            <a:xfrm rot="-1579503">
              <a:off x="1556192" y="888026"/>
              <a:ext cx="574950" cy="586304"/>
            </a:xfrm>
            <a:custGeom>
              <a:avLst/>
              <a:gdLst/>
              <a:ahLst/>
              <a:cxnLst/>
              <a:rect l="l" t="t" r="r" b="b"/>
              <a:pathLst>
                <a:path w="5729" h="5842" extrusionOk="0">
                  <a:moveTo>
                    <a:pt x="3819" y="5841"/>
                  </a:moveTo>
                  <a:lnTo>
                    <a:pt x="5729" y="4100"/>
                  </a:lnTo>
                  <a:lnTo>
                    <a:pt x="1910" y="0"/>
                  </a:lnTo>
                  <a:lnTo>
                    <a:pt x="0" y="168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7" name="Google Shape;13227;p31"/>
            <p:cNvSpPr/>
            <p:nvPr/>
          </p:nvSpPr>
          <p:spPr>
            <a:xfrm rot="-1579503">
              <a:off x="1576678" y="883235"/>
              <a:ext cx="546750" cy="558102"/>
            </a:xfrm>
            <a:custGeom>
              <a:avLst/>
              <a:gdLst/>
              <a:ahLst/>
              <a:cxnLst/>
              <a:rect l="l" t="t" r="r" b="b"/>
              <a:pathLst>
                <a:path w="5448" h="5561" extrusionOk="0">
                  <a:moveTo>
                    <a:pt x="5448" y="4100"/>
                  </a:moveTo>
                  <a:lnTo>
                    <a:pt x="1629" y="0"/>
                  </a:lnTo>
                  <a:lnTo>
                    <a:pt x="0" y="1404"/>
                  </a:lnTo>
                  <a:lnTo>
                    <a:pt x="3819" y="5561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8" name="Google Shape;13228;p31"/>
            <p:cNvSpPr/>
            <p:nvPr/>
          </p:nvSpPr>
          <p:spPr>
            <a:xfrm rot="-1579503">
              <a:off x="1609442" y="927206"/>
              <a:ext cx="496169" cy="513041"/>
            </a:xfrm>
            <a:custGeom>
              <a:avLst/>
              <a:gdLst/>
              <a:ahLst/>
              <a:cxnLst/>
              <a:rect l="l" t="t" r="r" b="b"/>
              <a:pathLst>
                <a:path w="4944" h="5112" extrusionOk="0">
                  <a:moveTo>
                    <a:pt x="1" y="1180"/>
                  </a:moveTo>
                  <a:lnTo>
                    <a:pt x="3595" y="5112"/>
                  </a:lnTo>
                  <a:lnTo>
                    <a:pt x="4943" y="3876"/>
                  </a:lnTo>
                  <a:lnTo>
                    <a:pt x="1292" y="1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9" name="Google Shape;13229;p31"/>
            <p:cNvSpPr/>
            <p:nvPr/>
          </p:nvSpPr>
          <p:spPr>
            <a:xfrm rot="-781044">
              <a:off x="2441088" y="1287913"/>
              <a:ext cx="479202" cy="360799"/>
            </a:xfrm>
            <a:custGeom>
              <a:avLst/>
              <a:gdLst/>
              <a:ahLst/>
              <a:cxnLst/>
              <a:rect l="l" t="t" r="r" b="b"/>
              <a:pathLst>
                <a:path w="4775" h="3595" extrusionOk="0">
                  <a:moveTo>
                    <a:pt x="1741" y="0"/>
                  </a:moveTo>
                  <a:lnTo>
                    <a:pt x="3932" y="1629"/>
                  </a:lnTo>
                  <a:lnTo>
                    <a:pt x="4774" y="3482"/>
                  </a:lnTo>
                  <a:lnTo>
                    <a:pt x="4606" y="3595"/>
                  </a:lnTo>
                  <a:lnTo>
                    <a:pt x="3707" y="1966"/>
                  </a:lnTo>
                  <a:lnTo>
                    <a:pt x="1910" y="843"/>
                  </a:lnTo>
                  <a:lnTo>
                    <a:pt x="1067" y="2191"/>
                  </a:lnTo>
                  <a:lnTo>
                    <a:pt x="0" y="13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0" name="Google Shape;13230;p31"/>
            <p:cNvSpPr/>
            <p:nvPr/>
          </p:nvSpPr>
          <p:spPr>
            <a:xfrm rot="-781044">
              <a:off x="2379852" y="1448836"/>
              <a:ext cx="417182" cy="417202"/>
            </a:xfrm>
            <a:custGeom>
              <a:avLst/>
              <a:gdLst/>
              <a:ahLst/>
              <a:cxnLst/>
              <a:rect l="l" t="t" r="r" b="b"/>
              <a:pathLst>
                <a:path w="4157" h="4157" extrusionOk="0">
                  <a:moveTo>
                    <a:pt x="0" y="1741"/>
                  </a:moveTo>
                  <a:lnTo>
                    <a:pt x="1910" y="3651"/>
                  </a:lnTo>
                  <a:lnTo>
                    <a:pt x="4100" y="4156"/>
                  </a:lnTo>
                  <a:lnTo>
                    <a:pt x="4156" y="3932"/>
                  </a:lnTo>
                  <a:lnTo>
                    <a:pt x="2191" y="3426"/>
                  </a:lnTo>
                  <a:lnTo>
                    <a:pt x="2078" y="3314"/>
                  </a:lnTo>
                  <a:lnTo>
                    <a:pt x="2078" y="3314"/>
                  </a:lnTo>
                  <a:lnTo>
                    <a:pt x="843" y="1797"/>
                  </a:lnTo>
                  <a:lnTo>
                    <a:pt x="2022" y="786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1" name="Google Shape;13231;p31"/>
            <p:cNvSpPr/>
            <p:nvPr/>
          </p:nvSpPr>
          <p:spPr>
            <a:xfrm rot="-781044">
              <a:off x="2414004" y="1421646"/>
              <a:ext cx="152241" cy="146728"/>
            </a:xfrm>
            <a:custGeom>
              <a:avLst/>
              <a:gdLst/>
              <a:ahLst/>
              <a:cxnLst/>
              <a:rect l="l" t="t" r="r" b="b"/>
              <a:pathLst>
                <a:path w="1517" h="1462" extrusionOk="0">
                  <a:moveTo>
                    <a:pt x="0" y="731"/>
                  </a:moveTo>
                  <a:cubicBezTo>
                    <a:pt x="0" y="338"/>
                    <a:pt x="393" y="1"/>
                    <a:pt x="787" y="1"/>
                  </a:cubicBezTo>
                  <a:cubicBezTo>
                    <a:pt x="1180" y="1"/>
                    <a:pt x="1517" y="338"/>
                    <a:pt x="1517" y="731"/>
                  </a:cubicBezTo>
                  <a:cubicBezTo>
                    <a:pt x="1517" y="1124"/>
                    <a:pt x="1180" y="1461"/>
                    <a:pt x="787" y="1461"/>
                  </a:cubicBezTo>
                  <a:cubicBezTo>
                    <a:pt x="337" y="1461"/>
                    <a:pt x="0" y="1124"/>
                    <a:pt x="0" y="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2" name="Google Shape;13232;p31"/>
            <p:cNvSpPr/>
            <p:nvPr/>
          </p:nvSpPr>
          <p:spPr>
            <a:xfrm rot="-781044">
              <a:off x="2443615" y="1456589"/>
              <a:ext cx="84601" cy="90325"/>
            </a:xfrm>
            <a:custGeom>
              <a:avLst/>
              <a:gdLst/>
              <a:ahLst/>
              <a:cxnLst/>
              <a:rect l="l" t="t" r="r" b="b"/>
              <a:pathLst>
                <a:path w="843" h="900" extrusionOk="0">
                  <a:moveTo>
                    <a:pt x="0" y="450"/>
                  </a:moveTo>
                  <a:cubicBezTo>
                    <a:pt x="0" y="226"/>
                    <a:pt x="169" y="1"/>
                    <a:pt x="449" y="57"/>
                  </a:cubicBezTo>
                  <a:cubicBezTo>
                    <a:pt x="674" y="57"/>
                    <a:pt x="843" y="226"/>
                    <a:pt x="843" y="506"/>
                  </a:cubicBezTo>
                  <a:cubicBezTo>
                    <a:pt x="843" y="731"/>
                    <a:pt x="674" y="899"/>
                    <a:pt x="449" y="899"/>
                  </a:cubicBezTo>
                  <a:cubicBezTo>
                    <a:pt x="169" y="899"/>
                    <a:pt x="0" y="731"/>
                    <a:pt x="0" y="450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3" name="Google Shape;13233;p31"/>
            <p:cNvSpPr/>
            <p:nvPr/>
          </p:nvSpPr>
          <p:spPr>
            <a:xfrm rot="-781044">
              <a:off x="2364180" y="1613795"/>
              <a:ext cx="84701" cy="90325"/>
            </a:xfrm>
            <a:custGeom>
              <a:avLst/>
              <a:gdLst/>
              <a:ahLst/>
              <a:cxnLst/>
              <a:rect l="l" t="t" r="r" b="b"/>
              <a:pathLst>
                <a:path w="844" h="900" extrusionOk="0">
                  <a:moveTo>
                    <a:pt x="1" y="450"/>
                  </a:moveTo>
                  <a:cubicBezTo>
                    <a:pt x="1" y="225"/>
                    <a:pt x="169" y="1"/>
                    <a:pt x="450" y="57"/>
                  </a:cubicBezTo>
                  <a:cubicBezTo>
                    <a:pt x="675" y="57"/>
                    <a:pt x="843" y="225"/>
                    <a:pt x="843" y="506"/>
                  </a:cubicBezTo>
                  <a:cubicBezTo>
                    <a:pt x="843" y="731"/>
                    <a:pt x="619" y="899"/>
                    <a:pt x="394" y="899"/>
                  </a:cubicBezTo>
                  <a:cubicBezTo>
                    <a:pt x="169" y="899"/>
                    <a:pt x="1" y="675"/>
                    <a:pt x="1" y="45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4" name="Google Shape;13234;p31"/>
            <p:cNvSpPr/>
            <p:nvPr/>
          </p:nvSpPr>
          <p:spPr>
            <a:xfrm rot="-781044">
              <a:off x="2367052" y="1600945"/>
              <a:ext cx="90321" cy="90325"/>
            </a:xfrm>
            <a:custGeom>
              <a:avLst/>
              <a:gdLst/>
              <a:ahLst/>
              <a:cxnLst/>
              <a:rect l="l" t="t" r="r" b="b"/>
              <a:pathLst>
                <a:path w="900" h="900" extrusionOk="0">
                  <a:moveTo>
                    <a:pt x="1" y="450"/>
                  </a:moveTo>
                  <a:cubicBezTo>
                    <a:pt x="1" y="225"/>
                    <a:pt x="226" y="0"/>
                    <a:pt x="450" y="57"/>
                  </a:cubicBezTo>
                  <a:cubicBezTo>
                    <a:pt x="675" y="57"/>
                    <a:pt x="900" y="225"/>
                    <a:pt x="843" y="506"/>
                  </a:cubicBezTo>
                  <a:cubicBezTo>
                    <a:pt x="843" y="731"/>
                    <a:pt x="675" y="899"/>
                    <a:pt x="394" y="899"/>
                  </a:cubicBezTo>
                  <a:cubicBezTo>
                    <a:pt x="169" y="899"/>
                    <a:pt x="1" y="674"/>
                    <a:pt x="1" y="45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5" name="Google Shape;13235;p31"/>
            <p:cNvSpPr/>
            <p:nvPr/>
          </p:nvSpPr>
          <p:spPr>
            <a:xfrm rot="-1579503">
              <a:off x="1707198" y="1011361"/>
              <a:ext cx="293246" cy="304392"/>
            </a:xfrm>
            <a:custGeom>
              <a:avLst/>
              <a:gdLst/>
              <a:ahLst/>
              <a:cxnLst/>
              <a:rect l="l" t="t" r="r" b="b"/>
              <a:pathLst>
                <a:path w="2922" h="3033" extrusionOk="0">
                  <a:moveTo>
                    <a:pt x="2921" y="2696"/>
                  </a:moveTo>
                  <a:lnTo>
                    <a:pt x="394" y="0"/>
                  </a:lnTo>
                  <a:lnTo>
                    <a:pt x="1" y="337"/>
                  </a:lnTo>
                  <a:lnTo>
                    <a:pt x="2528" y="3033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6" name="Google Shape;13236;p31"/>
            <p:cNvSpPr/>
            <p:nvPr/>
          </p:nvSpPr>
          <p:spPr>
            <a:xfrm rot="-1579503">
              <a:off x="1695852" y="1023601"/>
              <a:ext cx="293145" cy="310113"/>
            </a:xfrm>
            <a:custGeom>
              <a:avLst/>
              <a:gdLst/>
              <a:ahLst/>
              <a:cxnLst/>
              <a:rect l="l" t="t" r="r" b="b"/>
              <a:pathLst>
                <a:path w="2921" h="3090" extrusionOk="0">
                  <a:moveTo>
                    <a:pt x="2921" y="2696"/>
                  </a:moveTo>
                  <a:lnTo>
                    <a:pt x="393" y="0"/>
                  </a:lnTo>
                  <a:lnTo>
                    <a:pt x="0" y="393"/>
                  </a:lnTo>
                  <a:lnTo>
                    <a:pt x="2472" y="3089"/>
                  </a:lnTo>
                  <a:close/>
                </a:path>
              </a:pathLst>
            </a:custGeom>
            <a:solidFill>
              <a:srgbClr val="FDD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7" name="Google Shape;13237;p31"/>
            <p:cNvSpPr/>
            <p:nvPr/>
          </p:nvSpPr>
          <p:spPr>
            <a:xfrm rot="-1579503">
              <a:off x="1961877" y="1144599"/>
              <a:ext cx="282006" cy="282012"/>
            </a:xfrm>
            <a:custGeom>
              <a:avLst/>
              <a:gdLst/>
              <a:ahLst/>
              <a:cxnLst/>
              <a:rect l="l" t="t" r="r" b="b"/>
              <a:pathLst>
                <a:path w="2810" h="2810" extrusionOk="0">
                  <a:moveTo>
                    <a:pt x="1405" y="1"/>
                  </a:moveTo>
                  <a:cubicBezTo>
                    <a:pt x="619" y="1"/>
                    <a:pt x="1" y="619"/>
                    <a:pt x="1" y="1405"/>
                  </a:cubicBezTo>
                  <a:cubicBezTo>
                    <a:pt x="1" y="2135"/>
                    <a:pt x="619" y="2753"/>
                    <a:pt x="1405" y="2809"/>
                  </a:cubicBezTo>
                  <a:cubicBezTo>
                    <a:pt x="2135" y="2809"/>
                    <a:pt x="2809" y="2135"/>
                    <a:pt x="2809" y="1405"/>
                  </a:cubicBezTo>
                  <a:cubicBezTo>
                    <a:pt x="2809" y="619"/>
                    <a:pt x="2135" y="1"/>
                    <a:pt x="1405" y="1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8" name="Google Shape;13238;p31"/>
            <p:cNvSpPr/>
            <p:nvPr/>
          </p:nvSpPr>
          <p:spPr>
            <a:xfrm rot="-1579503">
              <a:off x="1971650" y="1161927"/>
              <a:ext cx="264945" cy="265051"/>
            </a:xfrm>
            <a:custGeom>
              <a:avLst/>
              <a:gdLst/>
              <a:ahLst/>
              <a:cxnLst/>
              <a:rect l="l" t="t" r="r" b="b"/>
              <a:pathLst>
                <a:path w="2640" h="2641" extrusionOk="0">
                  <a:moveTo>
                    <a:pt x="169" y="506"/>
                  </a:moveTo>
                  <a:cubicBezTo>
                    <a:pt x="56" y="730"/>
                    <a:pt x="0" y="955"/>
                    <a:pt x="0" y="1236"/>
                  </a:cubicBezTo>
                  <a:cubicBezTo>
                    <a:pt x="0" y="1966"/>
                    <a:pt x="618" y="2584"/>
                    <a:pt x="1348" y="2640"/>
                  </a:cubicBezTo>
                  <a:cubicBezTo>
                    <a:pt x="1797" y="2640"/>
                    <a:pt x="2190" y="2415"/>
                    <a:pt x="2415" y="2078"/>
                  </a:cubicBezTo>
                  <a:cubicBezTo>
                    <a:pt x="2584" y="1854"/>
                    <a:pt x="2640" y="1629"/>
                    <a:pt x="2584" y="1404"/>
                  </a:cubicBezTo>
                  <a:cubicBezTo>
                    <a:pt x="2584" y="618"/>
                    <a:pt x="1966" y="0"/>
                    <a:pt x="1180" y="0"/>
                  </a:cubicBezTo>
                  <a:cubicBezTo>
                    <a:pt x="786" y="0"/>
                    <a:pt x="393" y="169"/>
                    <a:pt x="169" y="506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9" name="Google Shape;13239;p31"/>
            <p:cNvSpPr/>
            <p:nvPr/>
          </p:nvSpPr>
          <p:spPr>
            <a:xfrm rot="-1579503">
              <a:off x="2011285" y="1219158"/>
              <a:ext cx="157863" cy="157967"/>
            </a:xfrm>
            <a:custGeom>
              <a:avLst/>
              <a:gdLst/>
              <a:ahLst/>
              <a:cxnLst/>
              <a:rect l="l" t="t" r="r" b="b"/>
              <a:pathLst>
                <a:path w="1573" h="1574" extrusionOk="0">
                  <a:moveTo>
                    <a:pt x="787" y="1"/>
                  </a:moveTo>
                  <a:cubicBezTo>
                    <a:pt x="337" y="1"/>
                    <a:pt x="0" y="338"/>
                    <a:pt x="0" y="787"/>
                  </a:cubicBezTo>
                  <a:cubicBezTo>
                    <a:pt x="0" y="1236"/>
                    <a:pt x="337" y="1573"/>
                    <a:pt x="787" y="1573"/>
                  </a:cubicBezTo>
                  <a:cubicBezTo>
                    <a:pt x="1236" y="1573"/>
                    <a:pt x="1573" y="1236"/>
                    <a:pt x="1573" y="787"/>
                  </a:cubicBezTo>
                  <a:cubicBezTo>
                    <a:pt x="1573" y="338"/>
                    <a:pt x="1236" y="1"/>
                    <a:pt x="787" y="1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0" name="Google Shape;13240;p31"/>
            <p:cNvSpPr/>
            <p:nvPr/>
          </p:nvSpPr>
          <p:spPr>
            <a:xfrm rot="-1579503">
              <a:off x="2014832" y="1197501"/>
              <a:ext cx="163583" cy="16358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843" y="0"/>
                  </a:moveTo>
                  <a:cubicBezTo>
                    <a:pt x="394" y="0"/>
                    <a:pt x="1" y="393"/>
                    <a:pt x="1" y="843"/>
                  </a:cubicBezTo>
                  <a:cubicBezTo>
                    <a:pt x="1" y="1236"/>
                    <a:pt x="394" y="1629"/>
                    <a:pt x="843" y="1629"/>
                  </a:cubicBezTo>
                  <a:cubicBezTo>
                    <a:pt x="1236" y="1629"/>
                    <a:pt x="1629" y="1236"/>
                    <a:pt x="1629" y="843"/>
                  </a:cubicBezTo>
                  <a:cubicBezTo>
                    <a:pt x="1629" y="393"/>
                    <a:pt x="1236" y="0"/>
                    <a:pt x="8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1" name="Google Shape;13241;p31"/>
            <p:cNvSpPr/>
            <p:nvPr/>
          </p:nvSpPr>
          <p:spPr>
            <a:xfrm rot="-1579503">
              <a:off x="2019450" y="1217248"/>
              <a:ext cx="146623" cy="146726"/>
            </a:xfrm>
            <a:custGeom>
              <a:avLst/>
              <a:gdLst/>
              <a:ahLst/>
              <a:cxnLst/>
              <a:rect l="l" t="t" r="r" b="b"/>
              <a:pathLst>
                <a:path w="1461" h="1462" extrusionOk="0">
                  <a:moveTo>
                    <a:pt x="169" y="169"/>
                  </a:moveTo>
                  <a:cubicBezTo>
                    <a:pt x="57" y="282"/>
                    <a:pt x="1" y="450"/>
                    <a:pt x="1" y="675"/>
                  </a:cubicBezTo>
                  <a:cubicBezTo>
                    <a:pt x="1" y="1068"/>
                    <a:pt x="394" y="1461"/>
                    <a:pt x="843" y="1461"/>
                  </a:cubicBezTo>
                  <a:cubicBezTo>
                    <a:pt x="1011" y="1461"/>
                    <a:pt x="1180" y="1405"/>
                    <a:pt x="1292" y="1293"/>
                  </a:cubicBezTo>
                  <a:cubicBezTo>
                    <a:pt x="1405" y="1124"/>
                    <a:pt x="1461" y="956"/>
                    <a:pt x="1461" y="787"/>
                  </a:cubicBezTo>
                  <a:cubicBezTo>
                    <a:pt x="1461" y="338"/>
                    <a:pt x="1124" y="1"/>
                    <a:pt x="675" y="1"/>
                  </a:cubicBezTo>
                  <a:cubicBezTo>
                    <a:pt x="506" y="1"/>
                    <a:pt x="338" y="57"/>
                    <a:pt x="169" y="169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2" name="Google Shape;13242;p31"/>
            <p:cNvSpPr/>
            <p:nvPr/>
          </p:nvSpPr>
          <p:spPr>
            <a:xfrm rot="-1579503">
              <a:off x="2027593" y="1215344"/>
              <a:ext cx="135383" cy="135386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236" y="1180"/>
                  </a:moveTo>
                  <a:cubicBezTo>
                    <a:pt x="1293" y="1068"/>
                    <a:pt x="1349" y="956"/>
                    <a:pt x="1349" y="787"/>
                  </a:cubicBezTo>
                  <a:cubicBezTo>
                    <a:pt x="1349" y="338"/>
                    <a:pt x="1012" y="1"/>
                    <a:pt x="563" y="1"/>
                  </a:cubicBezTo>
                  <a:cubicBezTo>
                    <a:pt x="394" y="1"/>
                    <a:pt x="226" y="57"/>
                    <a:pt x="113" y="113"/>
                  </a:cubicBezTo>
                  <a:cubicBezTo>
                    <a:pt x="57" y="225"/>
                    <a:pt x="1" y="394"/>
                    <a:pt x="1" y="506"/>
                  </a:cubicBezTo>
                  <a:cubicBezTo>
                    <a:pt x="1" y="956"/>
                    <a:pt x="338" y="1293"/>
                    <a:pt x="787" y="1349"/>
                  </a:cubicBezTo>
                  <a:cubicBezTo>
                    <a:pt x="956" y="1293"/>
                    <a:pt x="1124" y="1293"/>
                    <a:pt x="1236" y="1180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3" name="Google Shape;13243;p31"/>
            <p:cNvSpPr/>
            <p:nvPr/>
          </p:nvSpPr>
          <p:spPr>
            <a:xfrm rot="-781044">
              <a:off x="2398842" y="1464200"/>
              <a:ext cx="163581" cy="129667"/>
            </a:xfrm>
            <a:custGeom>
              <a:avLst/>
              <a:gdLst/>
              <a:ahLst/>
              <a:cxnLst/>
              <a:rect l="l" t="t" r="r" b="b"/>
              <a:pathLst>
                <a:path w="1630" h="1292" extrusionOk="0">
                  <a:moveTo>
                    <a:pt x="1629" y="730"/>
                  </a:moveTo>
                  <a:cubicBezTo>
                    <a:pt x="1517" y="1067"/>
                    <a:pt x="1236" y="1292"/>
                    <a:pt x="899" y="1292"/>
                  </a:cubicBezTo>
                  <a:cubicBezTo>
                    <a:pt x="562" y="1236"/>
                    <a:pt x="225" y="1067"/>
                    <a:pt x="1" y="842"/>
                  </a:cubicBezTo>
                  <a:lnTo>
                    <a:pt x="506" y="0"/>
                  </a:lnTo>
                  <a:lnTo>
                    <a:pt x="1629" y="73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4" name="Google Shape;13244;p31"/>
            <p:cNvSpPr/>
            <p:nvPr/>
          </p:nvSpPr>
          <p:spPr>
            <a:xfrm rot="-781044">
              <a:off x="2414637" y="1421574"/>
              <a:ext cx="152241" cy="152349"/>
            </a:xfrm>
            <a:custGeom>
              <a:avLst/>
              <a:gdLst/>
              <a:ahLst/>
              <a:cxnLst/>
              <a:rect l="l" t="t" r="r" b="b"/>
              <a:pathLst>
                <a:path w="1517" h="1518" extrusionOk="0">
                  <a:moveTo>
                    <a:pt x="0" y="731"/>
                  </a:moveTo>
                  <a:cubicBezTo>
                    <a:pt x="0" y="563"/>
                    <a:pt x="56" y="394"/>
                    <a:pt x="169" y="282"/>
                  </a:cubicBezTo>
                  <a:cubicBezTo>
                    <a:pt x="337" y="113"/>
                    <a:pt x="506" y="1"/>
                    <a:pt x="730" y="57"/>
                  </a:cubicBezTo>
                  <a:cubicBezTo>
                    <a:pt x="1180" y="57"/>
                    <a:pt x="1517" y="394"/>
                    <a:pt x="1517" y="787"/>
                  </a:cubicBezTo>
                  <a:cubicBezTo>
                    <a:pt x="1517" y="956"/>
                    <a:pt x="1461" y="1124"/>
                    <a:pt x="1348" y="1236"/>
                  </a:cubicBezTo>
                  <a:cubicBezTo>
                    <a:pt x="1180" y="1405"/>
                    <a:pt x="1011" y="1517"/>
                    <a:pt x="787" y="1517"/>
                  </a:cubicBezTo>
                  <a:cubicBezTo>
                    <a:pt x="337" y="1517"/>
                    <a:pt x="0" y="1180"/>
                    <a:pt x="0" y="731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5" name="Google Shape;13245;p31"/>
            <p:cNvSpPr/>
            <p:nvPr/>
          </p:nvSpPr>
          <p:spPr>
            <a:xfrm rot="-781044">
              <a:off x="2447825" y="1449847"/>
              <a:ext cx="84601" cy="90325"/>
            </a:xfrm>
            <a:custGeom>
              <a:avLst/>
              <a:gdLst/>
              <a:ahLst/>
              <a:cxnLst/>
              <a:rect l="l" t="t" r="r" b="b"/>
              <a:pathLst>
                <a:path w="843" h="900" extrusionOk="0">
                  <a:moveTo>
                    <a:pt x="0" y="450"/>
                  </a:moveTo>
                  <a:cubicBezTo>
                    <a:pt x="0" y="225"/>
                    <a:pt x="225" y="1"/>
                    <a:pt x="450" y="1"/>
                  </a:cubicBezTo>
                  <a:cubicBezTo>
                    <a:pt x="674" y="1"/>
                    <a:pt x="843" y="225"/>
                    <a:pt x="843" y="450"/>
                  </a:cubicBezTo>
                  <a:cubicBezTo>
                    <a:pt x="843" y="675"/>
                    <a:pt x="674" y="899"/>
                    <a:pt x="393" y="899"/>
                  </a:cubicBezTo>
                  <a:cubicBezTo>
                    <a:pt x="169" y="899"/>
                    <a:pt x="0" y="675"/>
                    <a:pt x="0" y="450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6" name="Google Shape;13246;p31"/>
            <p:cNvSpPr/>
            <p:nvPr/>
          </p:nvSpPr>
          <p:spPr>
            <a:xfrm rot="-781044">
              <a:off x="2384085" y="1624159"/>
              <a:ext cx="50780" cy="45163"/>
            </a:xfrm>
            <a:custGeom>
              <a:avLst/>
              <a:gdLst/>
              <a:ahLst/>
              <a:cxnLst/>
              <a:rect l="l" t="t" r="r" b="b"/>
              <a:pathLst>
                <a:path w="506" h="450" extrusionOk="0">
                  <a:moveTo>
                    <a:pt x="57" y="225"/>
                  </a:moveTo>
                  <a:cubicBezTo>
                    <a:pt x="57" y="112"/>
                    <a:pt x="169" y="0"/>
                    <a:pt x="281" y="0"/>
                  </a:cubicBezTo>
                  <a:cubicBezTo>
                    <a:pt x="394" y="0"/>
                    <a:pt x="506" y="112"/>
                    <a:pt x="506" y="225"/>
                  </a:cubicBezTo>
                  <a:cubicBezTo>
                    <a:pt x="506" y="393"/>
                    <a:pt x="394" y="449"/>
                    <a:pt x="225" y="449"/>
                  </a:cubicBezTo>
                  <a:cubicBezTo>
                    <a:pt x="113" y="449"/>
                    <a:pt x="0" y="337"/>
                    <a:pt x="57" y="225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7" name="Google Shape;13247;p31"/>
            <p:cNvSpPr/>
            <p:nvPr/>
          </p:nvSpPr>
          <p:spPr>
            <a:xfrm rot="-781044">
              <a:off x="2788113" y="1407544"/>
              <a:ext cx="67741" cy="67744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0" y="338"/>
                  </a:moveTo>
                  <a:cubicBezTo>
                    <a:pt x="0" y="169"/>
                    <a:pt x="169" y="1"/>
                    <a:pt x="337" y="1"/>
                  </a:cubicBezTo>
                  <a:cubicBezTo>
                    <a:pt x="506" y="1"/>
                    <a:pt x="674" y="169"/>
                    <a:pt x="674" y="338"/>
                  </a:cubicBezTo>
                  <a:cubicBezTo>
                    <a:pt x="674" y="506"/>
                    <a:pt x="506" y="675"/>
                    <a:pt x="337" y="675"/>
                  </a:cubicBezTo>
                  <a:cubicBezTo>
                    <a:pt x="169" y="675"/>
                    <a:pt x="0" y="506"/>
                    <a:pt x="0" y="3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8" name="Google Shape;13248;p31"/>
            <p:cNvSpPr/>
            <p:nvPr/>
          </p:nvSpPr>
          <p:spPr>
            <a:xfrm rot="-781044">
              <a:off x="2792323" y="1400802"/>
              <a:ext cx="67741" cy="67744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0" y="338"/>
                  </a:moveTo>
                  <a:cubicBezTo>
                    <a:pt x="0" y="113"/>
                    <a:pt x="169" y="1"/>
                    <a:pt x="337" y="1"/>
                  </a:cubicBezTo>
                  <a:cubicBezTo>
                    <a:pt x="506" y="1"/>
                    <a:pt x="674" y="169"/>
                    <a:pt x="674" y="338"/>
                  </a:cubicBezTo>
                  <a:cubicBezTo>
                    <a:pt x="674" y="506"/>
                    <a:pt x="506" y="674"/>
                    <a:pt x="337" y="674"/>
                  </a:cubicBezTo>
                  <a:cubicBezTo>
                    <a:pt x="169" y="674"/>
                    <a:pt x="0" y="506"/>
                    <a:pt x="0" y="3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9" name="Google Shape;13249;p31"/>
            <p:cNvSpPr/>
            <p:nvPr/>
          </p:nvSpPr>
          <p:spPr>
            <a:xfrm rot="-781044">
              <a:off x="2576533" y="1768878"/>
              <a:ext cx="67741" cy="67744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57" y="338"/>
                  </a:moveTo>
                  <a:cubicBezTo>
                    <a:pt x="57" y="169"/>
                    <a:pt x="169" y="1"/>
                    <a:pt x="394" y="1"/>
                  </a:cubicBezTo>
                  <a:cubicBezTo>
                    <a:pt x="563" y="1"/>
                    <a:pt x="675" y="169"/>
                    <a:pt x="675" y="338"/>
                  </a:cubicBezTo>
                  <a:cubicBezTo>
                    <a:pt x="675" y="506"/>
                    <a:pt x="506" y="675"/>
                    <a:pt x="338" y="675"/>
                  </a:cubicBezTo>
                  <a:cubicBezTo>
                    <a:pt x="169" y="675"/>
                    <a:pt x="1" y="506"/>
                    <a:pt x="57" y="3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0" name="Google Shape;13250;p31"/>
            <p:cNvSpPr/>
            <p:nvPr/>
          </p:nvSpPr>
          <p:spPr>
            <a:xfrm rot="-781044">
              <a:off x="2580841" y="1762113"/>
              <a:ext cx="67741" cy="67744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0" y="337"/>
                  </a:moveTo>
                  <a:cubicBezTo>
                    <a:pt x="56" y="113"/>
                    <a:pt x="169" y="0"/>
                    <a:pt x="393" y="0"/>
                  </a:cubicBezTo>
                  <a:cubicBezTo>
                    <a:pt x="562" y="0"/>
                    <a:pt x="674" y="169"/>
                    <a:pt x="674" y="337"/>
                  </a:cubicBezTo>
                  <a:cubicBezTo>
                    <a:pt x="674" y="506"/>
                    <a:pt x="506" y="674"/>
                    <a:pt x="337" y="674"/>
                  </a:cubicBezTo>
                  <a:cubicBezTo>
                    <a:pt x="169" y="618"/>
                    <a:pt x="0" y="506"/>
                    <a:pt x="0" y="33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1" name="Google Shape;13251;p31"/>
            <p:cNvSpPr/>
            <p:nvPr/>
          </p:nvSpPr>
          <p:spPr>
            <a:xfrm rot="-781044">
              <a:off x="2597691" y="1778987"/>
              <a:ext cx="33920" cy="33922"/>
            </a:xfrm>
            <a:custGeom>
              <a:avLst/>
              <a:gdLst/>
              <a:ahLst/>
              <a:cxnLst/>
              <a:rect l="l" t="t" r="r" b="b"/>
              <a:pathLst>
                <a:path w="338" h="338" extrusionOk="0">
                  <a:moveTo>
                    <a:pt x="1" y="169"/>
                  </a:moveTo>
                  <a:cubicBezTo>
                    <a:pt x="1" y="57"/>
                    <a:pt x="113" y="1"/>
                    <a:pt x="169" y="1"/>
                  </a:cubicBezTo>
                  <a:cubicBezTo>
                    <a:pt x="281" y="1"/>
                    <a:pt x="338" y="57"/>
                    <a:pt x="338" y="169"/>
                  </a:cubicBezTo>
                  <a:cubicBezTo>
                    <a:pt x="338" y="282"/>
                    <a:pt x="281" y="338"/>
                    <a:pt x="169" y="338"/>
                  </a:cubicBezTo>
                  <a:cubicBezTo>
                    <a:pt x="57" y="338"/>
                    <a:pt x="1" y="226"/>
                    <a:pt x="1" y="16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2" name="Google Shape;13252;p31"/>
            <p:cNvSpPr/>
            <p:nvPr/>
          </p:nvSpPr>
          <p:spPr>
            <a:xfrm rot="-781044">
              <a:off x="2674087" y="1609177"/>
              <a:ext cx="67741" cy="62124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1" y="281"/>
                  </a:moveTo>
                  <a:cubicBezTo>
                    <a:pt x="1" y="113"/>
                    <a:pt x="169" y="0"/>
                    <a:pt x="338" y="0"/>
                  </a:cubicBezTo>
                  <a:cubicBezTo>
                    <a:pt x="506" y="0"/>
                    <a:pt x="675" y="113"/>
                    <a:pt x="675" y="337"/>
                  </a:cubicBezTo>
                  <a:cubicBezTo>
                    <a:pt x="675" y="506"/>
                    <a:pt x="506" y="618"/>
                    <a:pt x="338" y="618"/>
                  </a:cubicBezTo>
                  <a:cubicBezTo>
                    <a:pt x="169" y="618"/>
                    <a:pt x="1" y="506"/>
                    <a:pt x="1" y="281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3" name="Google Shape;13253;p31"/>
            <p:cNvSpPr/>
            <p:nvPr/>
          </p:nvSpPr>
          <p:spPr>
            <a:xfrm rot="-781044">
              <a:off x="2678297" y="1602436"/>
              <a:ext cx="67741" cy="62124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1" y="337"/>
                  </a:moveTo>
                  <a:cubicBezTo>
                    <a:pt x="1" y="113"/>
                    <a:pt x="169" y="0"/>
                    <a:pt x="338" y="0"/>
                  </a:cubicBezTo>
                  <a:cubicBezTo>
                    <a:pt x="506" y="0"/>
                    <a:pt x="675" y="113"/>
                    <a:pt x="675" y="337"/>
                  </a:cubicBezTo>
                  <a:cubicBezTo>
                    <a:pt x="675" y="506"/>
                    <a:pt x="506" y="618"/>
                    <a:pt x="338" y="618"/>
                  </a:cubicBezTo>
                  <a:cubicBezTo>
                    <a:pt x="113" y="618"/>
                    <a:pt x="1" y="506"/>
                    <a:pt x="1" y="337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4" name="Google Shape;13254;p31"/>
            <p:cNvSpPr/>
            <p:nvPr/>
          </p:nvSpPr>
          <p:spPr>
            <a:xfrm rot="-781044">
              <a:off x="2695245" y="1613666"/>
              <a:ext cx="33920" cy="39542"/>
            </a:xfrm>
            <a:custGeom>
              <a:avLst/>
              <a:gdLst/>
              <a:ahLst/>
              <a:cxnLst/>
              <a:rect l="l" t="t" r="r" b="b"/>
              <a:pathLst>
                <a:path w="338" h="394" extrusionOk="0">
                  <a:moveTo>
                    <a:pt x="0" y="225"/>
                  </a:moveTo>
                  <a:cubicBezTo>
                    <a:pt x="0" y="113"/>
                    <a:pt x="56" y="1"/>
                    <a:pt x="169" y="57"/>
                  </a:cubicBezTo>
                  <a:cubicBezTo>
                    <a:pt x="225" y="57"/>
                    <a:pt x="337" y="113"/>
                    <a:pt x="337" y="225"/>
                  </a:cubicBezTo>
                  <a:cubicBezTo>
                    <a:pt x="337" y="281"/>
                    <a:pt x="225" y="394"/>
                    <a:pt x="169" y="394"/>
                  </a:cubicBezTo>
                  <a:cubicBezTo>
                    <a:pt x="56" y="394"/>
                    <a:pt x="0" y="281"/>
                    <a:pt x="0" y="225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5" name="Google Shape;13255;p31"/>
            <p:cNvSpPr/>
            <p:nvPr/>
          </p:nvSpPr>
          <p:spPr>
            <a:xfrm rot="-781044">
              <a:off x="2485436" y="1463120"/>
              <a:ext cx="383362" cy="287535"/>
            </a:xfrm>
            <a:custGeom>
              <a:avLst/>
              <a:gdLst/>
              <a:ahLst/>
              <a:cxnLst/>
              <a:rect l="l" t="t" r="r" b="b"/>
              <a:pathLst>
                <a:path w="3820" h="2865" extrusionOk="0">
                  <a:moveTo>
                    <a:pt x="0" y="0"/>
                  </a:moveTo>
                  <a:lnTo>
                    <a:pt x="2135" y="2022"/>
                  </a:lnTo>
                  <a:lnTo>
                    <a:pt x="3763" y="2864"/>
                  </a:lnTo>
                  <a:lnTo>
                    <a:pt x="3819" y="2640"/>
                  </a:lnTo>
                  <a:lnTo>
                    <a:pt x="2415" y="1741"/>
                  </a:lnTo>
                  <a:lnTo>
                    <a:pt x="2303" y="1629"/>
                  </a:lnTo>
                  <a:lnTo>
                    <a:pt x="2303" y="1629"/>
                  </a:lnTo>
                  <a:lnTo>
                    <a:pt x="955" y="16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6" name="Google Shape;13256;p31"/>
            <p:cNvSpPr/>
            <p:nvPr/>
          </p:nvSpPr>
          <p:spPr>
            <a:xfrm rot="-781044">
              <a:off x="2504051" y="1478498"/>
              <a:ext cx="360882" cy="270675"/>
            </a:xfrm>
            <a:custGeom>
              <a:avLst/>
              <a:gdLst/>
              <a:ahLst/>
              <a:cxnLst/>
              <a:rect l="l" t="t" r="r" b="b"/>
              <a:pathLst>
                <a:path w="3596" h="2697" extrusionOk="0">
                  <a:moveTo>
                    <a:pt x="1" y="0"/>
                  </a:moveTo>
                  <a:lnTo>
                    <a:pt x="1967" y="1854"/>
                  </a:lnTo>
                  <a:lnTo>
                    <a:pt x="3595" y="2696"/>
                  </a:lnTo>
                  <a:lnTo>
                    <a:pt x="3595" y="2640"/>
                  </a:lnTo>
                  <a:lnTo>
                    <a:pt x="2191" y="1742"/>
                  </a:lnTo>
                  <a:lnTo>
                    <a:pt x="2079" y="1573"/>
                  </a:lnTo>
                  <a:lnTo>
                    <a:pt x="2079" y="1573"/>
                  </a:lnTo>
                  <a:lnTo>
                    <a:pt x="731" y="11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7" name="Google Shape;13257;p31"/>
            <p:cNvSpPr/>
            <p:nvPr/>
          </p:nvSpPr>
          <p:spPr>
            <a:xfrm rot="-1579503">
              <a:off x="1556192" y="888026"/>
              <a:ext cx="574950" cy="586304"/>
            </a:xfrm>
            <a:custGeom>
              <a:avLst/>
              <a:gdLst/>
              <a:ahLst/>
              <a:cxnLst/>
              <a:rect l="l" t="t" r="r" b="b"/>
              <a:pathLst>
                <a:path w="5729" h="5842" extrusionOk="0">
                  <a:moveTo>
                    <a:pt x="3819" y="5841"/>
                  </a:moveTo>
                  <a:lnTo>
                    <a:pt x="5729" y="4100"/>
                  </a:lnTo>
                  <a:lnTo>
                    <a:pt x="1910" y="0"/>
                  </a:lnTo>
                  <a:lnTo>
                    <a:pt x="0" y="1685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8" name="Google Shape;13258;p31"/>
            <p:cNvSpPr/>
            <p:nvPr/>
          </p:nvSpPr>
          <p:spPr>
            <a:xfrm rot="-1579503">
              <a:off x="1576678" y="883235"/>
              <a:ext cx="546750" cy="558102"/>
            </a:xfrm>
            <a:custGeom>
              <a:avLst/>
              <a:gdLst/>
              <a:ahLst/>
              <a:cxnLst/>
              <a:rect l="l" t="t" r="r" b="b"/>
              <a:pathLst>
                <a:path w="5448" h="5561" extrusionOk="0">
                  <a:moveTo>
                    <a:pt x="5448" y="4100"/>
                  </a:moveTo>
                  <a:lnTo>
                    <a:pt x="1629" y="0"/>
                  </a:lnTo>
                  <a:lnTo>
                    <a:pt x="0" y="1404"/>
                  </a:lnTo>
                  <a:lnTo>
                    <a:pt x="3819" y="55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9" name="Google Shape;13259;p31"/>
            <p:cNvSpPr/>
            <p:nvPr/>
          </p:nvSpPr>
          <p:spPr>
            <a:xfrm rot="-1579503">
              <a:off x="1609442" y="927206"/>
              <a:ext cx="496169" cy="513041"/>
            </a:xfrm>
            <a:custGeom>
              <a:avLst/>
              <a:gdLst/>
              <a:ahLst/>
              <a:cxnLst/>
              <a:rect l="l" t="t" r="r" b="b"/>
              <a:pathLst>
                <a:path w="4944" h="5112" extrusionOk="0">
                  <a:moveTo>
                    <a:pt x="1" y="1180"/>
                  </a:moveTo>
                  <a:lnTo>
                    <a:pt x="3595" y="5112"/>
                  </a:lnTo>
                  <a:lnTo>
                    <a:pt x="4943" y="3876"/>
                  </a:lnTo>
                  <a:lnTo>
                    <a:pt x="12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0" name="Google Shape;13260;p31"/>
            <p:cNvSpPr/>
            <p:nvPr/>
          </p:nvSpPr>
          <p:spPr>
            <a:xfrm rot="-781044">
              <a:off x="2414004" y="1421646"/>
              <a:ext cx="152241" cy="146728"/>
            </a:xfrm>
            <a:custGeom>
              <a:avLst/>
              <a:gdLst/>
              <a:ahLst/>
              <a:cxnLst/>
              <a:rect l="l" t="t" r="r" b="b"/>
              <a:pathLst>
                <a:path w="1517" h="1462" extrusionOk="0">
                  <a:moveTo>
                    <a:pt x="0" y="731"/>
                  </a:moveTo>
                  <a:cubicBezTo>
                    <a:pt x="0" y="338"/>
                    <a:pt x="393" y="1"/>
                    <a:pt x="787" y="1"/>
                  </a:cubicBezTo>
                  <a:cubicBezTo>
                    <a:pt x="1180" y="1"/>
                    <a:pt x="1517" y="338"/>
                    <a:pt x="1517" y="731"/>
                  </a:cubicBezTo>
                  <a:cubicBezTo>
                    <a:pt x="1517" y="1124"/>
                    <a:pt x="1180" y="1461"/>
                    <a:pt x="787" y="1461"/>
                  </a:cubicBezTo>
                  <a:cubicBezTo>
                    <a:pt x="337" y="1461"/>
                    <a:pt x="0" y="1124"/>
                    <a:pt x="0" y="73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1" name="Google Shape;13261;p31"/>
            <p:cNvSpPr/>
            <p:nvPr/>
          </p:nvSpPr>
          <p:spPr>
            <a:xfrm rot="-781044">
              <a:off x="2443615" y="1456589"/>
              <a:ext cx="84601" cy="90325"/>
            </a:xfrm>
            <a:custGeom>
              <a:avLst/>
              <a:gdLst/>
              <a:ahLst/>
              <a:cxnLst/>
              <a:rect l="l" t="t" r="r" b="b"/>
              <a:pathLst>
                <a:path w="843" h="900" extrusionOk="0">
                  <a:moveTo>
                    <a:pt x="0" y="450"/>
                  </a:moveTo>
                  <a:cubicBezTo>
                    <a:pt x="0" y="226"/>
                    <a:pt x="169" y="1"/>
                    <a:pt x="449" y="57"/>
                  </a:cubicBezTo>
                  <a:cubicBezTo>
                    <a:pt x="674" y="57"/>
                    <a:pt x="843" y="226"/>
                    <a:pt x="843" y="506"/>
                  </a:cubicBezTo>
                  <a:cubicBezTo>
                    <a:pt x="843" y="731"/>
                    <a:pt x="674" y="899"/>
                    <a:pt x="449" y="899"/>
                  </a:cubicBezTo>
                  <a:cubicBezTo>
                    <a:pt x="169" y="899"/>
                    <a:pt x="0" y="731"/>
                    <a:pt x="0" y="450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2" name="Google Shape;13262;p31"/>
            <p:cNvSpPr/>
            <p:nvPr/>
          </p:nvSpPr>
          <p:spPr>
            <a:xfrm rot="-781044">
              <a:off x="2544463" y="1317586"/>
              <a:ext cx="84701" cy="90325"/>
            </a:xfrm>
            <a:custGeom>
              <a:avLst/>
              <a:gdLst/>
              <a:ahLst/>
              <a:cxnLst/>
              <a:rect l="l" t="t" r="r" b="b"/>
              <a:pathLst>
                <a:path w="844" h="900" extrusionOk="0">
                  <a:moveTo>
                    <a:pt x="1" y="450"/>
                  </a:moveTo>
                  <a:cubicBezTo>
                    <a:pt x="1" y="169"/>
                    <a:pt x="169" y="1"/>
                    <a:pt x="450" y="1"/>
                  </a:cubicBezTo>
                  <a:cubicBezTo>
                    <a:pt x="675" y="1"/>
                    <a:pt x="843" y="225"/>
                    <a:pt x="843" y="450"/>
                  </a:cubicBezTo>
                  <a:cubicBezTo>
                    <a:pt x="843" y="675"/>
                    <a:pt x="675" y="899"/>
                    <a:pt x="394" y="843"/>
                  </a:cubicBezTo>
                  <a:cubicBezTo>
                    <a:pt x="169" y="843"/>
                    <a:pt x="1" y="675"/>
                    <a:pt x="1" y="45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3" name="Google Shape;13263;p31"/>
            <p:cNvSpPr/>
            <p:nvPr/>
          </p:nvSpPr>
          <p:spPr>
            <a:xfrm rot="-781044">
              <a:off x="2547423" y="1304726"/>
              <a:ext cx="90220" cy="90225"/>
            </a:xfrm>
            <a:custGeom>
              <a:avLst/>
              <a:gdLst/>
              <a:ahLst/>
              <a:cxnLst/>
              <a:rect l="l" t="t" r="r" b="b"/>
              <a:pathLst>
                <a:path w="899" h="899" extrusionOk="0">
                  <a:moveTo>
                    <a:pt x="0" y="450"/>
                  </a:moveTo>
                  <a:cubicBezTo>
                    <a:pt x="0" y="225"/>
                    <a:pt x="225" y="0"/>
                    <a:pt x="449" y="0"/>
                  </a:cubicBezTo>
                  <a:cubicBezTo>
                    <a:pt x="674" y="56"/>
                    <a:pt x="899" y="225"/>
                    <a:pt x="899" y="450"/>
                  </a:cubicBezTo>
                  <a:cubicBezTo>
                    <a:pt x="843" y="730"/>
                    <a:pt x="674" y="899"/>
                    <a:pt x="449" y="899"/>
                  </a:cubicBezTo>
                  <a:cubicBezTo>
                    <a:pt x="169" y="899"/>
                    <a:pt x="0" y="674"/>
                    <a:pt x="0" y="45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4" name="Google Shape;13264;p31"/>
            <p:cNvSpPr/>
            <p:nvPr/>
          </p:nvSpPr>
          <p:spPr>
            <a:xfrm rot="-1579503">
              <a:off x="1707198" y="1011361"/>
              <a:ext cx="293246" cy="304392"/>
            </a:xfrm>
            <a:custGeom>
              <a:avLst/>
              <a:gdLst/>
              <a:ahLst/>
              <a:cxnLst/>
              <a:rect l="l" t="t" r="r" b="b"/>
              <a:pathLst>
                <a:path w="2922" h="3033" extrusionOk="0">
                  <a:moveTo>
                    <a:pt x="2921" y="2696"/>
                  </a:moveTo>
                  <a:lnTo>
                    <a:pt x="394" y="0"/>
                  </a:lnTo>
                  <a:lnTo>
                    <a:pt x="1" y="337"/>
                  </a:lnTo>
                  <a:lnTo>
                    <a:pt x="2528" y="30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5" name="Google Shape;13265;p31"/>
            <p:cNvSpPr/>
            <p:nvPr/>
          </p:nvSpPr>
          <p:spPr>
            <a:xfrm rot="-1579503">
              <a:off x="1705452" y="1050408"/>
              <a:ext cx="253805" cy="253811"/>
            </a:xfrm>
            <a:custGeom>
              <a:avLst/>
              <a:gdLst/>
              <a:ahLst/>
              <a:cxnLst/>
              <a:rect l="l" t="t" r="r" b="b"/>
              <a:pathLst>
                <a:path w="2529" h="2529" extrusionOk="0">
                  <a:moveTo>
                    <a:pt x="2472" y="2191"/>
                  </a:moveTo>
                  <a:lnTo>
                    <a:pt x="450" y="1"/>
                  </a:lnTo>
                  <a:cubicBezTo>
                    <a:pt x="338" y="113"/>
                    <a:pt x="169" y="169"/>
                    <a:pt x="1" y="282"/>
                  </a:cubicBezTo>
                  <a:lnTo>
                    <a:pt x="2135" y="2528"/>
                  </a:lnTo>
                  <a:cubicBezTo>
                    <a:pt x="2191" y="2360"/>
                    <a:pt x="2360" y="2247"/>
                    <a:pt x="2528" y="2191"/>
                  </a:cubicBezTo>
                  <a:close/>
                </a:path>
              </a:pathLst>
            </a:custGeom>
            <a:solidFill>
              <a:srgbClr val="EFF0F1">
                <a:alpha val="21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6" name="Google Shape;13266;p31"/>
            <p:cNvSpPr/>
            <p:nvPr/>
          </p:nvSpPr>
          <p:spPr>
            <a:xfrm rot="-781044">
              <a:off x="2414637" y="1421574"/>
              <a:ext cx="152241" cy="152349"/>
            </a:xfrm>
            <a:custGeom>
              <a:avLst/>
              <a:gdLst/>
              <a:ahLst/>
              <a:cxnLst/>
              <a:rect l="l" t="t" r="r" b="b"/>
              <a:pathLst>
                <a:path w="1517" h="1518" extrusionOk="0">
                  <a:moveTo>
                    <a:pt x="0" y="731"/>
                  </a:moveTo>
                  <a:cubicBezTo>
                    <a:pt x="0" y="563"/>
                    <a:pt x="56" y="394"/>
                    <a:pt x="169" y="282"/>
                  </a:cubicBezTo>
                  <a:cubicBezTo>
                    <a:pt x="337" y="113"/>
                    <a:pt x="506" y="1"/>
                    <a:pt x="730" y="57"/>
                  </a:cubicBezTo>
                  <a:cubicBezTo>
                    <a:pt x="1180" y="57"/>
                    <a:pt x="1517" y="394"/>
                    <a:pt x="1517" y="787"/>
                  </a:cubicBezTo>
                  <a:cubicBezTo>
                    <a:pt x="1517" y="956"/>
                    <a:pt x="1461" y="1124"/>
                    <a:pt x="1348" y="1236"/>
                  </a:cubicBezTo>
                  <a:cubicBezTo>
                    <a:pt x="1180" y="1405"/>
                    <a:pt x="1011" y="1517"/>
                    <a:pt x="787" y="1517"/>
                  </a:cubicBezTo>
                  <a:cubicBezTo>
                    <a:pt x="337" y="1517"/>
                    <a:pt x="0" y="1180"/>
                    <a:pt x="0" y="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7" name="Google Shape;13267;p31"/>
            <p:cNvSpPr/>
            <p:nvPr/>
          </p:nvSpPr>
          <p:spPr>
            <a:xfrm rot="-781044">
              <a:off x="2447825" y="1449847"/>
              <a:ext cx="84601" cy="90325"/>
            </a:xfrm>
            <a:custGeom>
              <a:avLst/>
              <a:gdLst/>
              <a:ahLst/>
              <a:cxnLst/>
              <a:rect l="l" t="t" r="r" b="b"/>
              <a:pathLst>
                <a:path w="843" h="900" extrusionOk="0">
                  <a:moveTo>
                    <a:pt x="0" y="450"/>
                  </a:moveTo>
                  <a:cubicBezTo>
                    <a:pt x="0" y="225"/>
                    <a:pt x="225" y="1"/>
                    <a:pt x="450" y="1"/>
                  </a:cubicBezTo>
                  <a:cubicBezTo>
                    <a:pt x="674" y="1"/>
                    <a:pt x="843" y="225"/>
                    <a:pt x="843" y="450"/>
                  </a:cubicBezTo>
                  <a:cubicBezTo>
                    <a:pt x="843" y="675"/>
                    <a:pt x="674" y="899"/>
                    <a:pt x="393" y="899"/>
                  </a:cubicBezTo>
                  <a:cubicBezTo>
                    <a:pt x="169" y="899"/>
                    <a:pt x="0" y="675"/>
                    <a:pt x="0" y="45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8" name="Google Shape;13268;p31"/>
            <p:cNvSpPr/>
            <p:nvPr/>
          </p:nvSpPr>
          <p:spPr>
            <a:xfrm rot="-781044">
              <a:off x="2569903" y="1327207"/>
              <a:ext cx="45261" cy="45263"/>
            </a:xfrm>
            <a:custGeom>
              <a:avLst/>
              <a:gdLst/>
              <a:ahLst/>
              <a:cxnLst/>
              <a:rect l="l" t="t" r="r" b="b"/>
              <a:pathLst>
                <a:path w="451" h="451" extrusionOk="0">
                  <a:moveTo>
                    <a:pt x="1" y="226"/>
                  </a:moveTo>
                  <a:cubicBezTo>
                    <a:pt x="1" y="57"/>
                    <a:pt x="113" y="1"/>
                    <a:pt x="225" y="1"/>
                  </a:cubicBezTo>
                  <a:cubicBezTo>
                    <a:pt x="338" y="1"/>
                    <a:pt x="450" y="57"/>
                    <a:pt x="450" y="226"/>
                  </a:cubicBezTo>
                  <a:cubicBezTo>
                    <a:pt x="450" y="338"/>
                    <a:pt x="338" y="450"/>
                    <a:pt x="225" y="450"/>
                  </a:cubicBezTo>
                  <a:cubicBezTo>
                    <a:pt x="57" y="450"/>
                    <a:pt x="1" y="338"/>
                    <a:pt x="1" y="226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9" name="Google Shape;13269;p31"/>
            <p:cNvSpPr/>
            <p:nvPr/>
          </p:nvSpPr>
          <p:spPr>
            <a:xfrm rot="-781044">
              <a:off x="2809184" y="1417774"/>
              <a:ext cx="33920" cy="33822"/>
            </a:xfrm>
            <a:custGeom>
              <a:avLst/>
              <a:gdLst/>
              <a:ahLst/>
              <a:cxnLst/>
              <a:rect l="l" t="t" r="r" b="b"/>
              <a:pathLst>
                <a:path w="338" h="337" extrusionOk="0">
                  <a:moveTo>
                    <a:pt x="1" y="169"/>
                  </a:moveTo>
                  <a:cubicBezTo>
                    <a:pt x="57" y="56"/>
                    <a:pt x="113" y="0"/>
                    <a:pt x="169" y="0"/>
                  </a:cubicBezTo>
                  <a:cubicBezTo>
                    <a:pt x="282" y="0"/>
                    <a:pt x="338" y="56"/>
                    <a:pt x="338" y="169"/>
                  </a:cubicBezTo>
                  <a:cubicBezTo>
                    <a:pt x="338" y="281"/>
                    <a:pt x="226" y="337"/>
                    <a:pt x="169" y="337"/>
                  </a:cubicBezTo>
                  <a:cubicBezTo>
                    <a:pt x="57" y="337"/>
                    <a:pt x="1" y="281"/>
                    <a:pt x="1" y="16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0" name="Google Shape;13270;p31"/>
            <p:cNvSpPr/>
            <p:nvPr/>
          </p:nvSpPr>
          <p:spPr>
            <a:xfrm rot="-781044">
              <a:off x="2674087" y="1609177"/>
              <a:ext cx="67741" cy="62124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1" y="281"/>
                  </a:moveTo>
                  <a:cubicBezTo>
                    <a:pt x="1" y="113"/>
                    <a:pt x="169" y="0"/>
                    <a:pt x="338" y="0"/>
                  </a:cubicBezTo>
                  <a:cubicBezTo>
                    <a:pt x="506" y="0"/>
                    <a:pt x="675" y="113"/>
                    <a:pt x="675" y="337"/>
                  </a:cubicBezTo>
                  <a:cubicBezTo>
                    <a:pt x="675" y="506"/>
                    <a:pt x="506" y="618"/>
                    <a:pt x="338" y="618"/>
                  </a:cubicBezTo>
                  <a:cubicBezTo>
                    <a:pt x="169" y="618"/>
                    <a:pt x="1" y="506"/>
                    <a:pt x="1" y="2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1" name="Google Shape;13271;p31"/>
            <p:cNvSpPr/>
            <p:nvPr/>
          </p:nvSpPr>
          <p:spPr>
            <a:xfrm rot="-781044">
              <a:off x="2678297" y="1602436"/>
              <a:ext cx="67741" cy="62124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1" y="337"/>
                  </a:moveTo>
                  <a:cubicBezTo>
                    <a:pt x="1" y="113"/>
                    <a:pt x="169" y="0"/>
                    <a:pt x="338" y="0"/>
                  </a:cubicBezTo>
                  <a:cubicBezTo>
                    <a:pt x="506" y="0"/>
                    <a:pt x="675" y="113"/>
                    <a:pt x="675" y="337"/>
                  </a:cubicBezTo>
                  <a:cubicBezTo>
                    <a:pt x="675" y="506"/>
                    <a:pt x="506" y="618"/>
                    <a:pt x="338" y="618"/>
                  </a:cubicBezTo>
                  <a:cubicBezTo>
                    <a:pt x="113" y="618"/>
                    <a:pt x="1" y="506"/>
                    <a:pt x="1" y="33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2" name="Google Shape;13272;p31"/>
            <p:cNvSpPr/>
            <p:nvPr/>
          </p:nvSpPr>
          <p:spPr>
            <a:xfrm rot="-781044">
              <a:off x="2695245" y="1613666"/>
              <a:ext cx="33920" cy="39542"/>
            </a:xfrm>
            <a:custGeom>
              <a:avLst/>
              <a:gdLst/>
              <a:ahLst/>
              <a:cxnLst/>
              <a:rect l="l" t="t" r="r" b="b"/>
              <a:pathLst>
                <a:path w="338" h="394" extrusionOk="0">
                  <a:moveTo>
                    <a:pt x="0" y="225"/>
                  </a:moveTo>
                  <a:cubicBezTo>
                    <a:pt x="0" y="113"/>
                    <a:pt x="56" y="1"/>
                    <a:pt x="169" y="57"/>
                  </a:cubicBezTo>
                  <a:cubicBezTo>
                    <a:pt x="225" y="57"/>
                    <a:pt x="337" y="113"/>
                    <a:pt x="337" y="225"/>
                  </a:cubicBezTo>
                  <a:cubicBezTo>
                    <a:pt x="337" y="281"/>
                    <a:pt x="225" y="394"/>
                    <a:pt x="169" y="394"/>
                  </a:cubicBezTo>
                  <a:cubicBezTo>
                    <a:pt x="56" y="394"/>
                    <a:pt x="0" y="281"/>
                    <a:pt x="0" y="225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3" name="Google Shape;13273;p31"/>
            <p:cNvSpPr/>
            <p:nvPr/>
          </p:nvSpPr>
          <p:spPr>
            <a:xfrm rot="-1579488">
              <a:off x="1706737" y="1125724"/>
              <a:ext cx="256245" cy="260229"/>
            </a:xfrm>
            <a:custGeom>
              <a:avLst/>
              <a:gdLst/>
              <a:ahLst/>
              <a:cxnLst/>
              <a:rect l="l" t="t" r="r" b="b"/>
              <a:pathLst>
                <a:path w="2529" h="2529" extrusionOk="0">
                  <a:moveTo>
                    <a:pt x="2472" y="2191"/>
                  </a:moveTo>
                  <a:lnTo>
                    <a:pt x="450" y="1"/>
                  </a:lnTo>
                  <a:cubicBezTo>
                    <a:pt x="338" y="113"/>
                    <a:pt x="169" y="169"/>
                    <a:pt x="1" y="282"/>
                  </a:cubicBezTo>
                  <a:lnTo>
                    <a:pt x="2135" y="2528"/>
                  </a:lnTo>
                  <a:cubicBezTo>
                    <a:pt x="2191" y="2360"/>
                    <a:pt x="2360" y="2247"/>
                    <a:pt x="2528" y="2191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4" name="Google Shape;13274;p31"/>
            <p:cNvSpPr/>
            <p:nvPr/>
          </p:nvSpPr>
          <p:spPr>
            <a:xfrm>
              <a:off x="272875" y="67643"/>
              <a:ext cx="721570" cy="1381054"/>
            </a:xfrm>
            <a:custGeom>
              <a:avLst/>
              <a:gdLst/>
              <a:ahLst/>
              <a:cxnLst/>
              <a:rect l="l" t="t" r="r" b="b"/>
              <a:pathLst>
                <a:path w="7190" h="13761" extrusionOk="0">
                  <a:moveTo>
                    <a:pt x="0" y="13760"/>
                  </a:moveTo>
                  <a:lnTo>
                    <a:pt x="7189" y="13760"/>
                  </a:lnTo>
                  <a:lnTo>
                    <a:pt x="71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5" name="Google Shape;13275;p31"/>
            <p:cNvSpPr/>
            <p:nvPr/>
          </p:nvSpPr>
          <p:spPr>
            <a:xfrm>
              <a:off x="357378" y="67643"/>
              <a:ext cx="637069" cy="1313411"/>
            </a:xfrm>
            <a:custGeom>
              <a:avLst/>
              <a:gdLst/>
              <a:ahLst/>
              <a:cxnLst/>
              <a:rect l="l" t="t" r="r" b="b"/>
              <a:pathLst>
                <a:path w="6348" h="13087" extrusionOk="0">
                  <a:moveTo>
                    <a:pt x="6347" y="13086"/>
                  </a:moveTo>
                  <a:lnTo>
                    <a:pt x="6347" y="0"/>
                  </a:lnTo>
                  <a:lnTo>
                    <a:pt x="1" y="0"/>
                  </a:lnTo>
                  <a:lnTo>
                    <a:pt x="1" y="13086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6" name="Google Shape;13276;p31"/>
            <p:cNvSpPr/>
            <p:nvPr/>
          </p:nvSpPr>
          <p:spPr>
            <a:xfrm>
              <a:off x="357378" y="67643"/>
              <a:ext cx="563808" cy="1313411"/>
            </a:xfrm>
            <a:custGeom>
              <a:avLst/>
              <a:gdLst/>
              <a:ahLst/>
              <a:cxnLst/>
              <a:rect l="l" t="t" r="r" b="b"/>
              <a:pathLst>
                <a:path w="5618" h="13087" extrusionOk="0">
                  <a:moveTo>
                    <a:pt x="5617" y="0"/>
                  </a:moveTo>
                  <a:lnTo>
                    <a:pt x="1" y="0"/>
                  </a:lnTo>
                  <a:lnTo>
                    <a:pt x="1" y="13086"/>
                  </a:lnTo>
                  <a:lnTo>
                    <a:pt x="5617" y="13086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7" name="Google Shape;13277;p31"/>
            <p:cNvSpPr/>
            <p:nvPr/>
          </p:nvSpPr>
          <p:spPr>
            <a:xfrm rot="1029073">
              <a:off x="787340" y="877336"/>
              <a:ext cx="794835" cy="744172"/>
            </a:xfrm>
            <a:custGeom>
              <a:avLst/>
              <a:gdLst/>
              <a:ahLst/>
              <a:cxnLst/>
              <a:rect l="l" t="t" r="r" b="b"/>
              <a:pathLst>
                <a:path w="7920" h="7415" extrusionOk="0">
                  <a:moveTo>
                    <a:pt x="7920" y="2585"/>
                  </a:moveTo>
                  <a:lnTo>
                    <a:pt x="5842" y="1"/>
                  </a:lnTo>
                  <a:lnTo>
                    <a:pt x="0" y="4831"/>
                  </a:lnTo>
                  <a:lnTo>
                    <a:pt x="2079" y="7415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8" name="Google Shape;13278;p31"/>
            <p:cNvSpPr/>
            <p:nvPr/>
          </p:nvSpPr>
          <p:spPr>
            <a:xfrm rot="1029073">
              <a:off x="808380" y="924823"/>
              <a:ext cx="761014" cy="699010"/>
            </a:xfrm>
            <a:custGeom>
              <a:avLst/>
              <a:gdLst/>
              <a:ahLst/>
              <a:cxnLst/>
              <a:rect l="l" t="t" r="r" b="b"/>
              <a:pathLst>
                <a:path w="7583" h="6965" extrusionOk="0">
                  <a:moveTo>
                    <a:pt x="0" y="4774"/>
                  </a:moveTo>
                  <a:lnTo>
                    <a:pt x="1798" y="6965"/>
                  </a:lnTo>
                  <a:lnTo>
                    <a:pt x="7582" y="2191"/>
                  </a:lnTo>
                  <a:lnTo>
                    <a:pt x="5785" y="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9" name="Google Shape;13279;p31"/>
            <p:cNvSpPr/>
            <p:nvPr/>
          </p:nvSpPr>
          <p:spPr>
            <a:xfrm rot="1029073">
              <a:off x="820317" y="922371"/>
              <a:ext cx="727194" cy="659568"/>
            </a:xfrm>
            <a:custGeom>
              <a:avLst/>
              <a:gdLst/>
              <a:ahLst/>
              <a:cxnLst/>
              <a:rect l="l" t="t" r="r" b="b"/>
              <a:pathLst>
                <a:path w="7246" h="6572" extrusionOk="0">
                  <a:moveTo>
                    <a:pt x="7246" y="1854"/>
                  </a:moveTo>
                  <a:lnTo>
                    <a:pt x="5729" y="0"/>
                  </a:lnTo>
                  <a:lnTo>
                    <a:pt x="0" y="4774"/>
                  </a:lnTo>
                  <a:lnTo>
                    <a:pt x="1461" y="6572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0" name="Google Shape;13280;p31"/>
            <p:cNvSpPr/>
            <p:nvPr/>
          </p:nvSpPr>
          <p:spPr>
            <a:xfrm>
              <a:off x="255914" y="1031502"/>
              <a:ext cx="755391" cy="761030"/>
            </a:xfrm>
            <a:custGeom>
              <a:avLst/>
              <a:gdLst/>
              <a:ahLst/>
              <a:cxnLst/>
              <a:rect l="l" t="t" r="r" b="b"/>
              <a:pathLst>
                <a:path w="7527" h="7583" extrusionOk="0">
                  <a:moveTo>
                    <a:pt x="3820" y="0"/>
                  </a:moveTo>
                  <a:cubicBezTo>
                    <a:pt x="1742" y="0"/>
                    <a:pt x="57" y="1685"/>
                    <a:pt x="57" y="3763"/>
                  </a:cubicBezTo>
                  <a:cubicBezTo>
                    <a:pt x="1" y="5841"/>
                    <a:pt x="1686" y="7526"/>
                    <a:pt x="3820" y="7582"/>
                  </a:cubicBezTo>
                  <a:cubicBezTo>
                    <a:pt x="5842" y="7582"/>
                    <a:pt x="7527" y="5897"/>
                    <a:pt x="7527" y="3819"/>
                  </a:cubicBezTo>
                  <a:cubicBezTo>
                    <a:pt x="7527" y="1741"/>
                    <a:pt x="5842" y="56"/>
                    <a:pt x="3820" y="56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1" name="Google Shape;13281;p31"/>
            <p:cNvSpPr/>
            <p:nvPr/>
          </p:nvSpPr>
          <p:spPr>
            <a:xfrm>
              <a:off x="255914" y="1082184"/>
              <a:ext cx="727190" cy="710348"/>
            </a:xfrm>
            <a:custGeom>
              <a:avLst/>
              <a:gdLst/>
              <a:ahLst/>
              <a:cxnLst/>
              <a:rect l="l" t="t" r="r" b="b"/>
              <a:pathLst>
                <a:path w="7246" h="7078" extrusionOk="0">
                  <a:moveTo>
                    <a:pt x="506" y="1461"/>
                  </a:moveTo>
                  <a:cubicBezTo>
                    <a:pt x="225" y="1966"/>
                    <a:pt x="57" y="2640"/>
                    <a:pt x="57" y="3258"/>
                  </a:cubicBezTo>
                  <a:cubicBezTo>
                    <a:pt x="1" y="5336"/>
                    <a:pt x="1686" y="7021"/>
                    <a:pt x="3820" y="7077"/>
                  </a:cubicBezTo>
                  <a:cubicBezTo>
                    <a:pt x="4943" y="7077"/>
                    <a:pt x="6066" y="6516"/>
                    <a:pt x="6740" y="5617"/>
                  </a:cubicBezTo>
                  <a:cubicBezTo>
                    <a:pt x="7077" y="5055"/>
                    <a:pt x="7246" y="4438"/>
                    <a:pt x="7246" y="3764"/>
                  </a:cubicBezTo>
                  <a:cubicBezTo>
                    <a:pt x="7246" y="1686"/>
                    <a:pt x="5561" y="1"/>
                    <a:pt x="3483" y="1"/>
                  </a:cubicBezTo>
                  <a:cubicBezTo>
                    <a:pt x="2303" y="1"/>
                    <a:pt x="1236" y="506"/>
                    <a:pt x="506" y="146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2" name="Google Shape;13282;p31"/>
            <p:cNvSpPr/>
            <p:nvPr/>
          </p:nvSpPr>
          <p:spPr>
            <a:xfrm>
              <a:off x="379959" y="1228710"/>
              <a:ext cx="439767" cy="434157"/>
            </a:xfrm>
            <a:custGeom>
              <a:avLst/>
              <a:gdLst/>
              <a:ahLst/>
              <a:cxnLst/>
              <a:rect l="l" t="t" r="r" b="b"/>
              <a:pathLst>
                <a:path w="4382" h="4326" extrusionOk="0">
                  <a:moveTo>
                    <a:pt x="2191" y="1"/>
                  </a:moveTo>
                  <a:cubicBezTo>
                    <a:pt x="955" y="1"/>
                    <a:pt x="0" y="956"/>
                    <a:pt x="0" y="2135"/>
                  </a:cubicBezTo>
                  <a:cubicBezTo>
                    <a:pt x="0" y="3371"/>
                    <a:pt x="1011" y="4326"/>
                    <a:pt x="2191" y="4326"/>
                  </a:cubicBezTo>
                  <a:cubicBezTo>
                    <a:pt x="3370" y="4326"/>
                    <a:pt x="4381" y="3315"/>
                    <a:pt x="4381" y="2135"/>
                  </a:cubicBezTo>
                  <a:cubicBezTo>
                    <a:pt x="4381" y="956"/>
                    <a:pt x="3370" y="1"/>
                    <a:pt x="2191" y="1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3" name="Google Shape;13283;p31"/>
            <p:cNvSpPr/>
            <p:nvPr/>
          </p:nvSpPr>
          <p:spPr>
            <a:xfrm>
              <a:off x="419400" y="1189268"/>
              <a:ext cx="434147" cy="439778"/>
            </a:xfrm>
            <a:custGeom>
              <a:avLst/>
              <a:gdLst/>
              <a:ahLst/>
              <a:cxnLst/>
              <a:rect l="l" t="t" r="r" b="b"/>
              <a:pathLst>
                <a:path w="4326" h="4382" extrusionOk="0">
                  <a:moveTo>
                    <a:pt x="2191" y="1"/>
                  </a:moveTo>
                  <a:cubicBezTo>
                    <a:pt x="955" y="1"/>
                    <a:pt x="0" y="1012"/>
                    <a:pt x="0" y="2191"/>
                  </a:cubicBezTo>
                  <a:cubicBezTo>
                    <a:pt x="0" y="3371"/>
                    <a:pt x="955" y="4382"/>
                    <a:pt x="2191" y="4382"/>
                  </a:cubicBezTo>
                  <a:cubicBezTo>
                    <a:pt x="3370" y="4382"/>
                    <a:pt x="4325" y="3371"/>
                    <a:pt x="4325" y="2191"/>
                  </a:cubicBezTo>
                  <a:cubicBezTo>
                    <a:pt x="4325" y="1012"/>
                    <a:pt x="3370" y="1"/>
                    <a:pt x="21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4" name="Google Shape;13284;p31"/>
            <p:cNvSpPr/>
            <p:nvPr/>
          </p:nvSpPr>
          <p:spPr>
            <a:xfrm>
              <a:off x="419400" y="1234430"/>
              <a:ext cx="394606" cy="394616"/>
            </a:xfrm>
            <a:custGeom>
              <a:avLst/>
              <a:gdLst/>
              <a:ahLst/>
              <a:cxnLst/>
              <a:rect l="l" t="t" r="r" b="b"/>
              <a:pathLst>
                <a:path w="3932" h="3932" extrusionOk="0">
                  <a:moveTo>
                    <a:pt x="450" y="449"/>
                  </a:moveTo>
                  <a:cubicBezTo>
                    <a:pt x="169" y="786"/>
                    <a:pt x="0" y="1292"/>
                    <a:pt x="0" y="1741"/>
                  </a:cubicBezTo>
                  <a:cubicBezTo>
                    <a:pt x="0" y="2921"/>
                    <a:pt x="955" y="3932"/>
                    <a:pt x="2191" y="3932"/>
                  </a:cubicBezTo>
                  <a:cubicBezTo>
                    <a:pt x="2640" y="3932"/>
                    <a:pt x="3089" y="3763"/>
                    <a:pt x="3483" y="3482"/>
                  </a:cubicBezTo>
                  <a:cubicBezTo>
                    <a:pt x="3763" y="3089"/>
                    <a:pt x="3932" y="2640"/>
                    <a:pt x="3876" y="2191"/>
                  </a:cubicBezTo>
                  <a:cubicBezTo>
                    <a:pt x="3876" y="955"/>
                    <a:pt x="2921" y="0"/>
                    <a:pt x="1741" y="0"/>
                  </a:cubicBezTo>
                  <a:cubicBezTo>
                    <a:pt x="1236" y="0"/>
                    <a:pt x="787" y="169"/>
                    <a:pt x="394" y="449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5" name="Google Shape;13285;p31"/>
            <p:cNvSpPr/>
            <p:nvPr/>
          </p:nvSpPr>
          <p:spPr>
            <a:xfrm>
              <a:off x="441981" y="1234430"/>
              <a:ext cx="372025" cy="360794"/>
            </a:xfrm>
            <a:custGeom>
              <a:avLst/>
              <a:gdLst/>
              <a:ahLst/>
              <a:cxnLst/>
              <a:rect l="l" t="t" r="r" b="b"/>
              <a:pathLst>
                <a:path w="3707" h="3595" extrusionOk="0">
                  <a:moveTo>
                    <a:pt x="3426" y="3258"/>
                  </a:moveTo>
                  <a:cubicBezTo>
                    <a:pt x="3595" y="2921"/>
                    <a:pt x="3707" y="2527"/>
                    <a:pt x="3651" y="2191"/>
                  </a:cubicBezTo>
                  <a:cubicBezTo>
                    <a:pt x="3651" y="955"/>
                    <a:pt x="2696" y="0"/>
                    <a:pt x="1516" y="0"/>
                  </a:cubicBezTo>
                  <a:cubicBezTo>
                    <a:pt x="1067" y="0"/>
                    <a:pt x="674" y="112"/>
                    <a:pt x="281" y="337"/>
                  </a:cubicBezTo>
                  <a:cubicBezTo>
                    <a:pt x="112" y="674"/>
                    <a:pt x="0" y="1067"/>
                    <a:pt x="0" y="1404"/>
                  </a:cubicBezTo>
                  <a:cubicBezTo>
                    <a:pt x="0" y="2640"/>
                    <a:pt x="1011" y="3595"/>
                    <a:pt x="2190" y="3595"/>
                  </a:cubicBezTo>
                  <a:cubicBezTo>
                    <a:pt x="2640" y="3595"/>
                    <a:pt x="3033" y="3482"/>
                    <a:pt x="3370" y="3258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6" name="Google Shape;13286;p31"/>
            <p:cNvSpPr/>
            <p:nvPr/>
          </p:nvSpPr>
          <p:spPr>
            <a:xfrm>
              <a:off x="272875" y="123945"/>
              <a:ext cx="721570" cy="186168"/>
            </a:xfrm>
            <a:custGeom>
              <a:avLst/>
              <a:gdLst/>
              <a:ahLst/>
              <a:cxnLst/>
              <a:rect l="l" t="t" r="r" b="b"/>
              <a:pathLst>
                <a:path w="7190" h="1855" extrusionOk="0">
                  <a:moveTo>
                    <a:pt x="2640" y="1854"/>
                  </a:moveTo>
                  <a:cubicBezTo>
                    <a:pt x="4886" y="1854"/>
                    <a:pt x="6852" y="1068"/>
                    <a:pt x="7189" y="1"/>
                  </a:cubicBezTo>
                  <a:lnTo>
                    <a:pt x="0" y="1"/>
                  </a:lnTo>
                  <a:lnTo>
                    <a:pt x="0" y="1461"/>
                  </a:lnTo>
                  <a:cubicBezTo>
                    <a:pt x="843" y="1686"/>
                    <a:pt x="1741" y="1854"/>
                    <a:pt x="2640" y="1854"/>
                  </a:cubicBez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7" name="Google Shape;13287;p31"/>
            <p:cNvSpPr/>
            <p:nvPr/>
          </p:nvSpPr>
          <p:spPr>
            <a:xfrm>
              <a:off x="126250" y="67643"/>
              <a:ext cx="1020335" cy="152246"/>
            </a:xfrm>
            <a:custGeom>
              <a:avLst/>
              <a:gdLst/>
              <a:ahLst/>
              <a:cxnLst/>
              <a:rect l="l" t="t" r="r" b="b"/>
              <a:pathLst>
                <a:path w="10167" h="1517" extrusionOk="0">
                  <a:moveTo>
                    <a:pt x="5112" y="1516"/>
                  </a:moveTo>
                  <a:cubicBezTo>
                    <a:pt x="7639" y="1516"/>
                    <a:pt x="9717" y="842"/>
                    <a:pt x="10167" y="0"/>
                  </a:cubicBezTo>
                  <a:lnTo>
                    <a:pt x="1" y="0"/>
                  </a:lnTo>
                  <a:cubicBezTo>
                    <a:pt x="450" y="842"/>
                    <a:pt x="2528" y="1516"/>
                    <a:pt x="5112" y="1516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8" name="Google Shape;13288;p31"/>
            <p:cNvSpPr/>
            <p:nvPr/>
          </p:nvSpPr>
          <p:spPr>
            <a:xfrm>
              <a:off x="244674" y="67643"/>
              <a:ext cx="901913" cy="112805"/>
            </a:xfrm>
            <a:custGeom>
              <a:avLst/>
              <a:gdLst/>
              <a:ahLst/>
              <a:cxnLst/>
              <a:rect l="l" t="t" r="r" b="b"/>
              <a:pathLst>
                <a:path w="8987" h="1124" extrusionOk="0">
                  <a:moveTo>
                    <a:pt x="8481" y="506"/>
                  </a:moveTo>
                  <a:cubicBezTo>
                    <a:pt x="8706" y="393"/>
                    <a:pt x="8874" y="225"/>
                    <a:pt x="8987" y="0"/>
                  </a:cubicBezTo>
                  <a:lnTo>
                    <a:pt x="0" y="0"/>
                  </a:lnTo>
                  <a:cubicBezTo>
                    <a:pt x="843" y="674"/>
                    <a:pt x="2640" y="1123"/>
                    <a:pt x="4774" y="1123"/>
                  </a:cubicBezTo>
                  <a:cubicBezTo>
                    <a:pt x="6010" y="1123"/>
                    <a:pt x="7302" y="955"/>
                    <a:pt x="8537" y="506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9" name="Google Shape;13289;p31"/>
            <p:cNvSpPr/>
            <p:nvPr/>
          </p:nvSpPr>
          <p:spPr>
            <a:xfrm>
              <a:off x="126250" y="0"/>
              <a:ext cx="1025955" cy="67743"/>
            </a:xfrm>
            <a:custGeom>
              <a:avLst/>
              <a:gdLst/>
              <a:ahLst/>
              <a:cxnLst/>
              <a:rect l="l" t="t" r="r" b="b"/>
              <a:pathLst>
                <a:path w="10223" h="675" extrusionOk="0">
                  <a:moveTo>
                    <a:pt x="1" y="0"/>
                  </a:moveTo>
                  <a:lnTo>
                    <a:pt x="10223" y="0"/>
                  </a:lnTo>
                  <a:lnTo>
                    <a:pt x="10223" y="674"/>
                  </a:lnTo>
                  <a:lnTo>
                    <a:pt x="1" y="6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0" name="Google Shape;13290;p31"/>
            <p:cNvSpPr/>
            <p:nvPr/>
          </p:nvSpPr>
          <p:spPr>
            <a:xfrm rot="1029073">
              <a:off x="1334601" y="965584"/>
              <a:ext cx="298866" cy="310113"/>
            </a:xfrm>
            <a:custGeom>
              <a:avLst/>
              <a:gdLst/>
              <a:ahLst/>
              <a:cxnLst/>
              <a:rect l="l" t="t" r="r" b="b"/>
              <a:pathLst>
                <a:path w="2978" h="3090" extrusionOk="0">
                  <a:moveTo>
                    <a:pt x="169" y="562"/>
                  </a:moveTo>
                  <a:cubicBezTo>
                    <a:pt x="57" y="786"/>
                    <a:pt x="1" y="1011"/>
                    <a:pt x="1" y="1292"/>
                  </a:cubicBezTo>
                  <a:cubicBezTo>
                    <a:pt x="1" y="2303"/>
                    <a:pt x="843" y="3089"/>
                    <a:pt x="1854" y="3089"/>
                  </a:cubicBezTo>
                  <a:cubicBezTo>
                    <a:pt x="2079" y="3089"/>
                    <a:pt x="2304" y="3033"/>
                    <a:pt x="2528" y="2921"/>
                  </a:cubicBezTo>
                  <a:lnTo>
                    <a:pt x="2978" y="2584"/>
                  </a:lnTo>
                  <a:lnTo>
                    <a:pt x="843" y="0"/>
                  </a:lnTo>
                  <a:lnTo>
                    <a:pt x="113" y="618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1" name="Google Shape;13291;p31"/>
            <p:cNvSpPr/>
            <p:nvPr/>
          </p:nvSpPr>
          <p:spPr>
            <a:xfrm rot="1029073">
              <a:off x="1446861" y="989828"/>
              <a:ext cx="208644" cy="208649"/>
            </a:xfrm>
            <a:custGeom>
              <a:avLst/>
              <a:gdLst/>
              <a:ahLst/>
              <a:cxnLst/>
              <a:rect l="l" t="t" r="r" b="b"/>
              <a:pathLst>
                <a:path w="2079" h="2079" extrusionOk="0">
                  <a:moveTo>
                    <a:pt x="1012" y="0"/>
                  </a:moveTo>
                  <a:cubicBezTo>
                    <a:pt x="450" y="0"/>
                    <a:pt x="1" y="450"/>
                    <a:pt x="1" y="1011"/>
                  </a:cubicBezTo>
                  <a:cubicBezTo>
                    <a:pt x="1" y="1629"/>
                    <a:pt x="450" y="2078"/>
                    <a:pt x="1012" y="2078"/>
                  </a:cubicBezTo>
                  <a:cubicBezTo>
                    <a:pt x="1630" y="2078"/>
                    <a:pt x="2079" y="1629"/>
                    <a:pt x="2079" y="1011"/>
                  </a:cubicBezTo>
                  <a:cubicBezTo>
                    <a:pt x="2079" y="450"/>
                    <a:pt x="1630" y="0"/>
                    <a:pt x="1012" y="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2" name="Google Shape;13292;p31"/>
            <p:cNvSpPr/>
            <p:nvPr/>
          </p:nvSpPr>
          <p:spPr>
            <a:xfrm rot="1029073">
              <a:off x="1389173" y="899738"/>
              <a:ext cx="366407" cy="366516"/>
            </a:xfrm>
            <a:custGeom>
              <a:avLst/>
              <a:gdLst/>
              <a:ahLst/>
              <a:cxnLst/>
              <a:rect l="l" t="t" r="r" b="b"/>
              <a:pathLst>
                <a:path w="3651" h="3652" extrusionOk="0">
                  <a:moveTo>
                    <a:pt x="1853" y="1"/>
                  </a:moveTo>
                  <a:cubicBezTo>
                    <a:pt x="843" y="1"/>
                    <a:pt x="56" y="787"/>
                    <a:pt x="56" y="1798"/>
                  </a:cubicBezTo>
                  <a:cubicBezTo>
                    <a:pt x="0" y="2809"/>
                    <a:pt x="843" y="3651"/>
                    <a:pt x="1853" y="3651"/>
                  </a:cubicBezTo>
                  <a:cubicBezTo>
                    <a:pt x="2864" y="3651"/>
                    <a:pt x="3651" y="2809"/>
                    <a:pt x="3651" y="1798"/>
                  </a:cubicBezTo>
                  <a:cubicBezTo>
                    <a:pt x="3651" y="787"/>
                    <a:pt x="2864" y="1"/>
                    <a:pt x="1853" y="1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3" name="Google Shape;13293;p31"/>
            <p:cNvSpPr/>
            <p:nvPr/>
          </p:nvSpPr>
          <p:spPr>
            <a:xfrm rot="1029073">
              <a:off x="1386218" y="919331"/>
              <a:ext cx="349547" cy="343935"/>
            </a:xfrm>
            <a:custGeom>
              <a:avLst/>
              <a:gdLst/>
              <a:ahLst/>
              <a:cxnLst/>
              <a:rect l="l" t="t" r="r" b="b"/>
              <a:pathLst>
                <a:path w="3483" h="3427" extrusionOk="0">
                  <a:moveTo>
                    <a:pt x="281" y="730"/>
                  </a:moveTo>
                  <a:cubicBezTo>
                    <a:pt x="112" y="955"/>
                    <a:pt x="56" y="1292"/>
                    <a:pt x="56" y="1573"/>
                  </a:cubicBezTo>
                  <a:cubicBezTo>
                    <a:pt x="0" y="2584"/>
                    <a:pt x="843" y="3426"/>
                    <a:pt x="1853" y="3426"/>
                  </a:cubicBezTo>
                  <a:cubicBezTo>
                    <a:pt x="2415" y="3370"/>
                    <a:pt x="2921" y="3145"/>
                    <a:pt x="3258" y="2696"/>
                  </a:cubicBezTo>
                  <a:cubicBezTo>
                    <a:pt x="3370" y="2415"/>
                    <a:pt x="3482" y="2134"/>
                    <a:pt x="3482" y="1797"/>
                  </a:cubicBezTo>
                  <a:cubicBezTo>
                    <a:pt x="3482" y="786"/>
                    <a:pt x="2640" y="0"/>
                    <a:pt x="1685" y="0"/>
                  </a:cubicBezTo>
                  <a:cubicBezTo>
                    <a:pt x="1123" y="0"/>
                    <a:pt x="618" y="281"/>
                    <a:pt x="281" y="730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4" name="Google Shape;13294;p31"/>
            <p:cNvSpPr/>
            <p:nvPr/>
          </p:nvSpPr>
          <p:spPr>
            <a:xfrm rot="1029073">
              <a:off x="1467944" y="979452"/>
              <a:ext cx="214264" cy="208649"/>
            </a:xfrm>
            <a:custGeom>
              <a:avLst/>
              <a:gdLst/>
              <a:ahLst/>
              <a:cxnLst/>
              <a:rect l="l" t="t" r="r" b="b"/>
              <a:pathLst>
                <a:path w="2135" h="2079" extrusionOk="0">
                  <a:moveTo>
                    <a:pt x="1067" y="1"/>
                  </a:moveTo>
                  <a:cubicBezTo>
                    <a:pt x="450" y="1"/>
                    <a:pt x="0" y="450"/>
                    <a:pt x="0" y="1012"/>
                  </a:cubicBezTo>
                  <a:cubicBezTo>
                    <a:pt x="0" y="1630"/>
                    <a:pt x="450" y="2079"/>
                    <a:pt x="1067" y="2079"/>
                  </a:cubicBezTo>
                  <a:cubicBezTo>
                    <a:pt x="1629" y="2079"/>
                    <a:pt x="2135" y="1630"/>
                    <a:pt x="2135" y="1012"/>
                  </a:cubicBezTo>
                  <a:cubicBezTo>
                    <a:pt x="2078" y="450"/>
                    <a:pt x="1629" y="1"/>
                    <a:pt x="10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5" name="Google Shape;13295;p31"/>
            <p:cNvSpPr/>
            <p:nvPr/>
          </p:nvSpPr>
          <p:spPr>
            <a:xfrm rot="1029073">
              <a:off x="1465946" y="992706"/>
              <a:ext cx="191684" cy="191688"/>
            </a:xfrm>
            <a:custGeom>
              <a:avLst/>
              <a:gdLst/>
              <a:ahLst/>
              <a:cxnLst/>
              <a:rect l="l" t="t" r="r" b="b"/>
              <a:pathLst>
                <a:path w="1910" h="1910" extrusionOk="0">
                  <a:moveTo>
                    <a:pt x="225" y="225"/>
                  </a:moveTo>
                  <a:cubicBezTo>
                    <a:pt x="57" y="393"/>
                    <a:pt x="0" y="618"/>
                    <a:pt x="0" y="843"/>
                  </a:cubicBezTo>
                  <a:cubicBezTo>
                    <a:pt x="0" y="1461"/>
                    <a:pt x="450" y="1910"/>
                    <a:pt x="1067" y="1910"/>
                  </a:cubicBezTo>
                  <a:cubicBezTo>
                    <a:pt x="1292" y="1910"/>
                    <a:pt x="1517" y="1854"/>
                    <a:pt x="1685" y="1685"/>
                  </a:cubicBezTo>
                  <a:cubicBezTo>
                    <a:pt x="1798" y="1517"/>
                    <a:pt x="1910" y="1292"/>
                    <a:pt x="1910" y="1067"/>
                  </a:cubicBezTo>
                  <a:cubicBezTo>
                    <a:pt x="1910" y="506"/>
                    <a:pt x="1404" y="0"/>
                    <a:pt x="843" y="56"/>
                  </a:cubicBezTo>
                  <a:cubicBezTo>
                    <a:pt x="618" y="0"/>
                    <a:pt x="394" y="113"/>
                    <a:pt x="225" y="225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6" name="Google Shape;13296;p31"/>
            <p:cNvSpPr/>
            <p:nvPr/>
          </p:nvSpPr>
          <p:spPr>
            <a:xfrm rot="1029073">
              <a:off x="1478593" y="994614"/>
              <a:ext cx="180444" cy="180448"/>
            </a:xfrm>
            <a:custGeom>
              <a:avLst/>
              <a:gdLst/>
              <a:ahLst/>
              <a:cxnLst/>
              <a:rect l="l" t="t" r="r" b="b"/>
              <a:pathLst>
                <a:path w="1798" h="1798" extrusionOk="0">
                  <a:moveTo>
                    <a:pt x="1629" y="1573"/>
                  </a:moveTo>
                  <a:cubicBezTo>
                    <a:pt x="1742" y="1404"/>
                    <a:pt x="1798" y="1236"/>
                    <a:pt x="1798" y="1067"/>
                  </a:cubicBezTo>
                  <a:cubicBezTo>
                    <a:pt x="1798" y="506"/>
                    <a:pt x="1292" y="0"/>
                    <a:pt x="731" y="56"/>
                  </a:cubicBezTo>
                  <a:cubicBezTo>
                    <a:pt x="506" y="0"/>
                    <a:pt x="338" y="113"/>
                    <a:pt x="169" y="225"/>
                  </a:cubicBezTo>
                  <a:cubicBezTo>
                    <a:pt x="57" y="337"/>
                    <a:pt x="1" y="562"/>
                    <a:pt x="1" y="730"/>
                  </a:cubicBezTo>
                  <a:cubicBezTo>
                    <a:pt x="1" y="1292"/>
                    <a:pt x="506" y="1798"/>
                    <a:pt x="1068" y="1798"/>
                  </a:cubicBezTo>
                  <a:cubicBezTo>
                    <a:pt x="1292" y="1798"/>
                    <a:pt x="1461" y="1685"/>
                    <a:pt x="1629" y="1573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7" name="Google Shape;13297;p31"/>
            <p:cNvSpPr/>
            <p:nvPr/>
          </p:nvSpPr>
          <p:spPr>
            <a:xfrm>
              <a:off x="464462" y="287432"/>
              <a:ext cx="332685" cy="749790"/>
            </a:xfrm>
            <a:custGeom>
              <a:avLst/>
              <a:gdLst/>
              <a:ahLst/>
              <a:cxnLst/>
              <a:rect l="l" t="t" r="r" b="b"/>
              <a:pathLst>
                <a:path w="3315" h="7471" extrusionOk="0">
                  <a:moveTo>
                    <a:pt x="3314" y="1629"/>
                  </a:moveTo>
                  <a:lnTo>
                    <a:pt x="1" y="0"/>
                  </a:lnTo>
                  <a:lnTo>
                    <a:pt x="1" y="955"/>
                  </a:lnTo>
                  <a:lnTo>
                    <a:pt x="3314" y="2584"/>
                  </a:lnTo>
                  <a:close/>
                  <a:moveTo>
                    <a:pt x="3314" y="6459"/>
                  </a:moveTo>
                  <a:lnTo>
                    <a:pt x="1" y="4831"/>
                  </a:lnTo>
                  <a:lnTo>
                    <a:pt x="1" y="5842"/>
                  </a:lnTo>
                  <a:lnTo>
                    <a:pt x="3314" y="7470"/>
                  </a:lnTo>
                  <a:lnTo>
                    <a:pt x="3314" y="6459"/>
                  </a:lnTo>
                  <a:close/>
                  <a:moveTo>
                    <a:pt x="3314" y="4831"/>
                  </a:moveTo>
                  <a:lnTo>
                    <a:pt x="1" y="3258"/>
                  </a:lnTo>
                  <a:lnTo>
                    <a:pt x="1" y="4213"/>
                  </a:lnTo>
                  <a:lnTo>
                    <a:pt x="3314" y="5785"/>
                  </a:lnTo>
                  <a:lnTo>
                    <a:pt x="3314" y="4887"/>
                  </a:lnTo>
                  <a:close/>
                  <a:moveTo>
                    <a:pt x="3314" y="3258"/>
                  </a:moveTo>
                  <a:lnTo>
                    <a:pt x="1" y="1629"/>
                  </a:lnTo>
                  <a:lnTo>
                    <a:pt x="1" y="2584"/>
                  </a:lnTo>
                  <a:lnTo>
                    <a:pt x="3314" y="4213"/>
                  </a:lnTo>
                  <a:lnTo>
                    <a:pt x="3314" y="3258"/>
                  </a:ln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8" name="Google Shape;13298;p31"/>
            <p:cNvSpPr/>
            <p:nvPr/>
          </p:nvSpPr>
          <p:spPr>
            <a:xfrm>
              <a:off x="272875" y="67643"/>
              <a:ext cx="721570" cy="1381054"/>
            </a:xfrm>
            <a:custGeom>
              <a:avLst/>
              <a:gdLst/>
              <a:ahLst/>
              <a:cxnLst/>
              <a:rect l="l" t="t" r="r" b="b"/>
              <a:pathLst>
                <a:path w="7190" h="13761" extrusionOk="0">
                  <a:moveTo>
                    <a:pt x="0" y="13760"/>
                  </a:moveTo>
                  <a:lnTo>
                    <a:pt x="7189" y="13760"/>
                  </a:lnTo>
                  <a:lnTo>
                    <a:pt x="71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9" name="Google Shape;13299;p31"/>
            <p:cNvSpPr/>
            <p:nvPr/>
          </p:nvSpPr>
          <p:spPr>
            <a:xfrm>
              <a:off x="357378" y="67643"/>
              <a:ext cx="637069" cy="1313411"/>
            </a:xfrm>
            <a:custGeom>
              <a:avLst/>
              <a:gdLst/>
              <a:ahLst/>
              <a:cxnLst/>
              <a:rect l="l" t="t" r="r" b="b"/>
              <a:pathLst>
                <a:path w="6348" h="13087" extrusionOk="0">
                  <a:moveTo>
                    <a:pt x="6347" y="13086"/>
                  </a:moveTo>
                  <a:lnTo>
                    <a:pt x="6347" y="0"/>
                  </a:lnTo>
                  <a:lnTo>
                    <a:pt x="1" y="0"/>
                  </a:lnTo>
                  <a:lnTo>
                    <a:pt x="1" y="1308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0" name="Google Shape;13300;p31"/>
            <p:cNvSpPr/>
            <p:nvPr/>
          </p:nvSpPr>
          <p:spPr>
            <a:xfrm>
              <a:off x="357378" y="67643"/>
              <a:ext cx="563808" cy="1313411"/>
            </a:xfrm>
            <a:custGeom>
              <a:avLst/>
              <a:gdLst/>
              <a:ahLst/>
              <a:cxnLst/>
              <a:rect l="l" t="t" r="r" b="b"/>
              <a:pathLst>
                <a:path w="5618" h="13087" extrusionOk="0">
                  <a:moveTo>
                    <a:pt x="5617" y="0"/>
                  </a:moveTo>
                  <a:lnTo>
                    <a:pt x="1" y="0"/>
                  </a:lnTo>
                  <a:lnTo>
                    <a:pt x="1" y="13086"/>
                  </a:lnTo>
                  <a:lnTo>
                    <a:pt x="5617" y="1308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1" name="Google Shape;13301;p31"/>
            <p:cNvSpPr/>
            <p:nvPr/>
          </p:nvSpPr>
          <p:spPr>
            <a:xfrm rot="1029073">
              <a:off x="787340" y="877336"/>
              <a:ext cx="794835" cy="744172"/>
            </a:xfrm>
            <a:custGeom>
              <a:avLst/>
              <a:gdLst/>
              <a:ahLst/>
              <a:cxnLst/>
              <a:rect l="l" t="t" r="r" b="b"/>
              <a:pathLst>
                <a:path w="7920" h="7415" extrusionOk="0">
                  <a:moveTo>
                    <a:pt x="7920" y="2585"/>
                  </a:moveTo>
                  <a:lnTo>
                    <a:pt x="5842" y="1"/>
                  </a:lnTo>
                  <a:lnTo>
                    <a:pt x="0" y="4831"/>
                  </a:lnTo>
                  <a:lnTo>
                    <a:pt x="2079" y="74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2" name="Google Shape;13302;p31"/>
            <p:cNvSpPr/>
            <p:nvPr/>
          </p:nvSpPr>
          <p:spPr>
            <a:xfrm rot="1029073">
              <a:off x="808380" y="924823"/>
              <a:ext cx="761014" cy="699010"/>
            </a:xfrm>
            <a:custGeom>
              <a:avLst/>
              <a:gdLst/>
              <a:ahLst/>
              <a:cxnLst/>
              <a:rect l="l" t="t" r="r" b="b"/>
              <a:pathLst>
                <a:path w="7583" h="6965" extrusionOk="0">
                  <a:moveTo>
                    <a:pt x="0" y="4774"/>
                  </a:moveTo>
                  <a:lnTo>
                    <a:pt x="1798" y="6965"/>
                  </a:lnTo>
                  <a:lnTo>
                    <a:pt x="7582" y="2191"/>
                  </a:lnTo>
                  <a:lnTo>
                    <a:pt x="5785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3" name="Google Shape;13303;p31"/>
            <p:cNvSpPr/>
            <p:nvPr/>
          </p:nvSpPr>
          <p:spPr>
            <a:xfrm rot="1029073">
              <a:off x="815844" y="920990"/>
              <a:ext cx="727194" cy="659568"/>
            </a:xfrm>
            <a:custGeom>
              <a:avLst/>
              <a:gdLst/>
              <a:ahLst/>
              <a:cxnLst/>
              <a:rect l="l" t="t" r="r" b="b"/>
              <a:pathLst>
                <a:path w="7246" h="6572" extrusionOk="0">
                  <a:moveTo>
                    <a:pt x="7246" y="1854"/>
                  </a:moveTo>
                  <a:lnTo>
                    <a:pt x="5729" y="0"/>
                  </a:lnTo>
                  <a:lnTo>
                    <a:pt x="0" y="4774"/>
                  </a:lnTo>
                  <a:lnTo>
                    <a:pt x="1461" y="65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4" name="Google Shape;13304;p31"/>
            <p:cNvSpPr/>
            <p:nvPr/>
          </p:nvSpPr>
          <p:spPr>
            <a:xfrm>
              <a:off x="255914" y="1031502"/>
              <a:ext cx="755391" cy="761030"/>
            </a:xfrm>
            <a:custGeom>
              <a:avLst/>
              <a:gdLst/>
              <a:ahLst/>
              <a:cxnLst/>
              <a:rect l="l" t="t" r="r" b="b"/>
              <a:pathLst>
                <a:path w="7527" h="7583" extrusionOk="0">
                  <a:moveTo>
                    <a:pt x="3820" y="0"/>
                  </a:moveTo>
                  <a:cubicBezTo>
                    <a:pt x="1742" y="0"/>
                    <a:pt x="57" y="1685"/>
                    <a:pt x="57" y="3763"/>
                  </a:cubicBezTo>
                  <a:cubicBezTo>
                    <a:pt x="1" y="5841"/>
                    <a:pt x="1686" y="7526"/>
                    <a:pt x="3820" y="7582"/>
                  </a:cubicBezTo>
                  <a:cubicBezTo>
                    <a:pt x="5842" y="7582"/>
                    <a:pt x="7527" y="5897"/>
                    <a:pt x="7527" y="3819"/>
                  </a:cubicBezTo>
                  <a:cubicBezTo>
                    <a:pt x="7527" y="1741"/>
                    <a:pt x="5842" y="56"/>
                    <a:pt x="3820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5" name="Google Shape;13305;p31"/>
            <p:cNvSpPr/>
            <p:nvPr/>
          </p:nvSpPr>
          <p:spPr>
            <a:xfrm>
              <a:off x="255914" y="1082184"/>
              <a:ext cx="727190" cy="710348"/>
            </a:xfrm>
            <a:custGeom>
              <a:avLst/>
              <a:gdLst/>
              <a:ahLst/>
              <a:cxnLst/>
              <a:rect l="l" t="t" r="r" b="b"/>
              <a:pathLst>
                <a:path w="7246" h="7078" extrusionOk="0">
                  <a:moveTo>
                    <a:pt x="506" y="1461"/>
                  </a:moveTo>
                  <a:cubicBezTo>
                    <a:pt x="225" y="1966"/>
                    <a:pt x="57" y="2640"/>
                    <a:pt x="57" y="3258"/>
                  </a:cubicBezTo>
                  <a:cubicBezTo>
                    <a:pt x="1" y="5336"/>
                    <a:pt x="1686" y="7021"/>
                    <a:pt x="3820" y="7077"/>
                  </a:cubicBezTo>
                  <a:cubicBezTo>
                    <a:pt x="4943" y="7077"/>
                    <a:pt x="6066" y="6516"/>
                    <a:pt x="6740" y="5617"/>
                  </a:cubicBezTo>
                  <a:cubicBezTo>
                    <a:pt x="7077" y="5055"/>
                    <a:pt x="7246" y="4438"/>
                    <a:pt x="7246" y="3764"/>
                  </a:cubicBezTo>
                  <a:cubicBezTo>
                    <a:pt x="7246" y="1686"/>
                    <a:pt x="5561" y="1"/>
                    <a:pt x="3483" y="1"/>
                  </a:cubicBezTo>
                  <a:cubicBezTo>
                    <a:pt x="2303" y="1"/>
                    <a:pt x="1236" y="506"/>
                    <a:pt x="506" y="14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6" name="Google Shape;13306;p31"/>
            <p:cNvSpPr/>
            <p:nvPr/>
          </p:nvSpPr>
          <p:spPr>
            <a:xfrm>
              <a:off x="379959" y="1228710"/>
              <a:ext cx="439767" cy="434157"/>
            </a:xfrm>
            <a:custGeom>
              <a:avLst/>
              <a:gdLst/>
              <a:ahLst/>
              <a:cxnLst/>
              <a:rect l="l" t="t" r="r" b="b"/>
              <a:pathLst>
                <a:path w="4382" h="4326" extrusionOk="0">
                  <a:moveTo>
                    <a:pt x="2191" y="1"/>
                  </a:moveTo>
                  <a:cubicBezTo>
                    <a:pt x="955" y="1"/>
                    <a:pt x="0" y="956"/>
                    <a:pt x="0" y="2135"/>
                  </a:cubicBezTo>
                  <a:cubicBezTo>
                    <a:pt x="0" y="3371"/>
                    <a:pt x="1011" y="4326"/>
                    <a:pt x="2191" y="4326"/>
                  </a:cubicBezTo>
                  <a:cubicBezTo>
                    <a:pt x="3370" y="4326"/>
                    <a:pt x="4381" y="3315"/>
                    <a:pt x="4381" y="2135"/>
                  </a:cubicBezTo>
                  <a:cubicBezTo>
                    <a:pt x="4381" y="956"/>
                    <a:pt x="3370" y="1"/>
                    <a:pt x="2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7" name="Google Shape;13307;p31"/>
            <p:cNvSpPr/>
            <p:nvPr/>
          </p:nvSpPr>
          <p:spPr>
            <a:xfrm>
              <a:off x="419400" y="1189268"/>
              <a:ext cx="434147" cy="439778"/>
            </a:xfrm>
            <a:custGeom>
              <a:avLst/>
              <a:gdLst/>
              <a:ahLst/>
              <a:cxnLst/>
              <a:rect l="l" t="t" r="r" b="b"/>
              <a:pathLst>
                <a:path w="4326" h="4382" extrusionOk="0">
                  <a:moveTo>
                    <a:pt x="2191" y="1"/>
                  </a:moveTo>
                  <a:cubicBezTo>
                    <a:pt x="955" y="1"/>
                    <a:pt x="0" y="1012"/>
                    <a:pt x="0" y="2191"/>
                  </a:cubicBezTo>
                  <a:cubicBezTo>
                    <a:pt x="0" y="3371"/>
                    <a:pt x="955" y="4382"/>
                    <a:pt x="2191" y="4382"/>
                  </a:cubicBezTo>
                  <a:cubicBezTo>
                    <a:pt x="3370" y="4382"/>
                    <a:pt x="4325" y="3371"/>
                    <a:pt x="4325" y="2191"/>
                  </a:cubicBezTo>
                  <a:cubicBezTo>
                    <a:pt x="4325" y="1012"/>
                    <a:pt x="3370" y="1"/>
                    <a:pt x="2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8" name="Google Shape;13308;p31"/>
            <p:cNvSpPr/>
            <p:nvPr/>
          </p:nvSpPr>
          <p:spPr>
            <a:xfrm>
              <a:off x="419400" y="1234430"/>
              <a:ext cx="394606" cy="394616"/>
            </a:xfrm>
            <a:custGeom>
              <a:avLst/>
              <a:gdLst/>
              <a:ahLst/>
              <a:cxnLst/>
              <a:rect l="l" t="t" r="r" b="b"/>
              <a:pathLst>
                <a:path w="3932" h="3932" extrusionOk="0">
                  <a:moveTo>
                    <a:pt x="450" y="449"/>
                  </a:moveTo>
                  <a:cubicBezTo>
                    <a:pt x="169" y="786"/>
                    <a:pt x="0" y="1292"/>
                    <a:pt x="0" y="1741"/>
                  </a:cubicBezTo>
                  <a:cubicBezTo>
                    <a:pt x="0" y="2921"/>
                    <a:pt x="955" y="3932"/>
                    <a:pt x="2191" y="3932"/>
                  </a:cubicBezTo>
                  <a:cubicBezTo>
                    <a:pt x="2640" y="3932"/>
                    <a:pt x="3089" y="3763"/>
                    <a:pt x="3483" y="3482"/>
                  </a:cubicBezTo>
                  <a:cubicBezTo>
                    <a:pt x="3763" y="3089"/>
                    <a:pt x="3932" y="2640"/>
                    <a:pt x="3876" y="2191"/>
                  </a:cubicBezTo>
                  <a:cubicBezTo>
                    <a:pt x="3876" y="955"/>
                    <a:pt x="2921" y="0"/>
                    <a:pt x="1741" y="0"/>
                  </a:cubicBezTo>
                  <a:cubicBezTo>
                    <a:pt x="1236" y="0"/>
                    <a:pt x="787" y="169"/>
                    <a:pt x="394" y="44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9" name="Google Shape;13309;p31"/>
            <p:cNvSpPr/>
            <p:nvPr/>
          </p:nvSpPr>
          <p:spPr>
            <a:xfrm>
              <a:off x="441981" y="1234430"/>
              <a:ext cx="372025" cy="360794"/>
            </a:xfrm>
            <a:custGeom>
              <a:avLst/>
              <a:gdLst/>
              <a:ahLst/>
              <a:cxnLst/>
              <a:rect l="l" t="t" r="r" b="b"/>
              <a:pathLst>
                <a:path w="3707" h="3595" extrusionOk="0">
                  <a:moveTo>
                    <a:pt x="3426" y="3258"/>
                  </a:moveTo>
                  <a:cubicBezTo>
                    <a:pt x="3595" y="2921"/>
                    <a:pt x="3707" y="2527"/>
                    <a:pt x="3651" y="2191"/>
                  </a:cubicBezTo>
                  <a:cubicBezTo>
                    <a:pt x="3651" y="955"/>
                    <a:pt x="2696" y="0"/>
                    <a:pt x="1516" y="0"/>
                  </a:cubicBezTo>
                  <a:cubicBezTo>
                    <a:pt x="1067" y="0"/>
                    <a:pt x="674" y="112"/>
                    <a:pt x="281" y="337"/>
                  </a:cubicBezTo>
                  <a:cubicBezTo>
                    <a:pt x="112" y="674"/>
                    <a:pt x="0" y="1067"/>
                    <a:pt x="0" y="1404"/>
                  </a:cubicBezTo>
                  <a:cubicBezTo>
                    <a:pt x="0" y="2640"/>
                    <a:pt x="1011" y="3595"/>
                    <a:pt x="2190" y="3595"/>
                  </a:cubicBezTo>
                  <a:cubicBezTo>
                    <a:pt x="2640" y="3595"/>
                    <a:pt x="3033" y="3482"/>
                    <a:pt x="3370" y="3258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0" name="Google Shape;13310;p31"/>
            <p:cNvSpPr/>
            <p:nvPr/>
          </p:nvSpPr>
          <p:spPr>
            <a:xfrm>
              <a:off x="272875" y="123945"/>
              <a:ext cx="721570" cy="186168"/>
            </a:xfrm>
            <a:custGeom>
              <a:avLst/>
              <a:gdLst/>
              <a:ahLst/>
              <a:cxnLst/>
              <a:rect l="l" t="t" r="r" b="b"/>
              <a:pathLst>
                <a:path w="7190" h="1855" extrusionOk="0">
                  <a:moveTo>
                    <a:pt x="2640" y="1854"/>
                  </a:moveTo>
                  <a:cubicBezTo>
                    <a:pt x="4886" y="1854"/>
                    <a:pt x="6852" y="1068"/>
                    <a:pt x="7189" y="1"/>
                  </a:cubicBezTo>
                  <a:lnTo>
                    <a:pt x="0" y="1"/>
                  </a:lnTo>
                  <a:lnTo>
                    <a:pt x="0" y="1461"/>
                  </a:lnTo>
                  <a:cubicBezTo>
                    <a:pt x="843" y="1686"/>
                    <a:pt x="1741" y="1854"/>
                    <a:pt x="2640" y="185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1" name="Google Shape;13311;p31"/>
            <p:cNvSpPr/>
            <p:nvPr/>
          </p:nvSpPr>
          <p:spPr>
            <a:xfrm>
              <a:off x="126250" y="67643"/>
              <a:ext cx="1020335" cy="152246"/>
            </a:xfrm>
            <a:custGeom>
              <a:avLst/>
              <a:gdLst/>
              <a:ahLst/>
              <a:cxnLst/>
              <a:rect l="l" t="t" r="r" b="b"/>
              <a:pathLst>
                <a:path w="10167" h="1517" extrusionOk="0">
                  <a:moveTo>
                    <a:pt x="5112" y="1516"/>
                  </a:moveTo>
                  <a:cubicBezTo>
                    <a:pt x="7639" y="1516"/>
                    <a:pt x="9717" y="842"/>
                    <a:pt x="10167" y="0"/>
                  </a:cubicBezTo>
                  <a:lnTo>
                    <a:pt x="1" y="0"/>
                  </a:lnTo>
                  <a:cubicBezTo>
                    <a:pt x="450" y="842"/>
                    <a:pt x="2528" y="1516"/>
                    <a:pt x="5112" y="151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2" name="Google Shape;13312;p31"/>
            <p:cNvSpPr/>
            <p:nvPr/>
          </p:nvSpPr>
          <p:spPr>
            <a:xfrm>
              <a:off x="244674" y="67643"/>
              <a:ext cx="901913" cy="112805"/>
            </a:xfrm>
            <a:custGeom>
              <a:avLst/>
              <a:gdLst/>
              <a:ahLst/>
              <a:cxnLst/>
              <a:rect l="l" t="t" r="r" b="b"/>
              <a:pathLst>
                <a:path w="8987" h="1124" extrusionOk="0">
                  <a:moveTo>
                    <a:pt x="8481" y="506"/>
                  </a:moveTo>
                  <a:cubicBezTo>
                    <a:pt x="8706" y="393"/>
                    <a:pt x="8874" y="225"/>
                    <a:pt x="8987" y="0"/>
                  </a:cubicBezTo>
                  <a:lnTo>
                    <a:pt x="0" y="0"/>
                  </a:lnTo>
                  <a:cubicBezTo>
                    <a:pt x="843" y="674"/>
                    <a:pt x="2640" y="1123"/>
                    <a:pt x="4774" y="1123"/>
                  </a:cubicBezTo>
                  <a:cubicBezTo>
                    <a:pt x="6010" y="1123"/>
                    <a:pt x="7302" y="955"/>
                    <a:pt x="8537" y="506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3" name="Google Shape;13313;p31"/>
            <p:cNvSpPr/>
            <p:nvPr/>
          </p:nvSpPr>
          <p:spPr>
            <a:xfrm>
              <a:off x="126250" y="0"/>
              <a:ext cx="1025955" cy="67743"/>
            </a:xfrm>
            <a:custGeom>
              <a:avLst/>
              <a:gdLst/>
              <a:ahLst/>
              <a:cxnLst/>
              <a:rect l="l" t="t" r="r" b="b"/>
              <a:pathLst>
                <a:path w="10223" h="675" extrusionOk="0">
                  <a:moveTo>
                    <a:pt x="1" y="0"/>
                  </a:moveTo>
                  <a:lnTo>
                    <a:pt x="10223" y="0"/>
                  </a:lnTo>
                  <a:lnTo>
                    <a:pt x="10223" y="674"/>
                  </a:lnTo>
                  <a:lnTo>
                    <a:pt x="1" y="67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4" name="Google Shape;13314;p31"/>
            <p:cNvSpPr/>
            <p:nvPr/>
          </p:nvSpPr>
          <p:spPr>
            <a:xfrm rot="1029073">
              <a:off x="1334601" y="965584"/>
              <a:ext cx="298866" cy="310113"/>
            </a:xfrm>
            <a:custGeom>
              <a:avLst/>
              <a:gdLst/>
              <a:ahLst/>
              <a:cxnLst/>
              <a:rect l="l" t="t" r="r" b="b"/>
              <a:pathLst>
                <a:path w="2978" h="3090" extrusionOk="0">
                  <a:moveTo>
                    <a:pt x="169" y="562"/>
                  </a:moveTo>
                  <a:cubicBezTo>
                    <a:pt x="57" y="786"/>
                    <a:pt x="1" y="1011"/>
                    <a:pt x="1" y="1292"/>
                  </a:cubicBezTo>
                  <a:cubicBezTo>
                    <a:pt x="1" y="2303"/>
                    <a:pt x="843" y="3089"/>
                    <a:pt x="1854" y="3089"/>
                  </a:cubicBezTo>
                  <a:cubicBezTo>
                    <a:pt x="2079" y="3089"/>
                    <a:pt x="2304" y="3033"/>
                    <a:pt x="2528" y="2921"/>
                  </a:cubicBezTo>
                  <a:lnTo>
                    <a:pt x="2978" y="2584"/>
                  </a:lnTo>
                  <a:lnTo>
                    <a:pt x="843" y="0"/>
                  </a:lnTo>
                  <a:lnTo>
                    <a:pt x="113" y="618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5" name="Google Shape;13315;p31"/>
            <p:cNvSpPr/>
            <p:nvPr/>
          </p:nvSpPr>
          <p:spPr>
            <a:xfrm rot="1029073">
              <a:off x="1446861" y="989828"/>
              <a:ext cx="208644" cy="208649"/>
            </a:xfrm>
            <a:custGeom>
              <a:avLst/>
              <a:gdLst/>
              <a:ahLst/>
              <a:cxnLst/>
              <a:rect l="l" t="t" r="r" b="b"/>
              <a:pathLst>
                <a:path w="2079" h="2079" extrusionOk="0">
                  <a:moveTo>
                    <a:pt x="1012" y="0"/>
                  </a:moveTo>
                  <a:cubicBezTo>
                    <a:pt x="450" y="0"/>
                    <a:pt x="1" y="450"/>
                    <a:pt x="1" y="1011"/>
                  </a:cubicBezTo>
                  <a:cubicBezTo>
                    <a:pt x="1" y="1629"/>
                    <a:pt x="450" y="2078"/>
                    <a:pt x="1012" y="2078"/>
                  </a:cubicBezTo>
                  <a:cubicBezTo>
                    <a:pt x="1630" y="2078"/>
                    <a:pt x="2079" y="1629"/>
                    <a:pt x="2079" y="1011"/>
                  </a:cubicBezTo>
                  <a:cubicBezTo>
                    <a:pt x="2079" y="450"/>
                    <a:pt x="1630" y="0"/>
                    <a:pt x="1012" y="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6" name="Google Shape;13316;p31"/>
            <p:cNvSpPr/>
            <p:nvPr/>
          </p:nvSpPr>
          <p:spPr>
            <a:xfrm rot="1029073">
              <a:off x="1389173" y="899738"/>
              <a:ext cx="366407" cy="366516"/>
            </a:xfrm>
            <a:custGeom>
              <a:avLst/>
              <a:gdLst/>
              <a:ahLst/>
              <a:cxnLst/>
              <a:rect l="l" t="t" r="r" b="b"/>
              <a:pathLst>
                <a:path w="3651" h="3652" extrusionOk="0">
                  <a:moveTo>
                    <a:pt x="1853" y="1"/>
                  </a:moveTo>
                  <a:cubicBezTo>
                    <a:pt x="843" y="1"/>
                    <a:pt x="56" y="787"/>
                    <a:pt x="56" y="1798"/>
                  </a:cubicBezTo>
                  <a:cubicBezTo>
                    <a:pt x="0" y="2809"/>
                    <a:pt x="843" y="3651"/>
                    <a:pt x="1853" y="3651"/>
                  </a:cubicBezTo>
                  <a:cubicBezTo>
                    <a:pt x="2864" y="3651"/>
                    <a:pt x="3651" y="2809"/>
                    <a:pt x="3651" y="1798"/>
                  </a:cubicBezTo>
                  <a:cubicBezTo>
                    <a:pt x="3651" y="787"/>
                    <a:pt x="2864" y="1"/>
                    <a:pt x="18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7" name="Google Shape;13317;p31"/>
            <p:cNvSpPr/>
            <p:nvPr/>
          </p:nvSpPr>
          <p:spPr>
            <a:xfrm rot="1029073">
              <a:off x="1386218" y="919331"/>
              <a:ext cx="349547" cy="343935"/>
            </a:xfrm>
            <a:custGeom>
              <a:avLst/>
              <a:gdLst/>
              <a:ahLst/>
              <a:cxnLst/>
              <a:rect l="l" t="t" r="r" b="b"/>
              <a:pathLst>
                <a:path w="3483" h="3427" extrusionOk="0">
                  <a:moveTo>
                    <a:pt x="281" y="730"/>
                  </a:moveTo>
                  <a:cubicBezTo>
                    <a:pt x="112" y="955"/>
                    <a:pt x="56" y="1292"/>
                    <a:pt x="56" y="1573"/>
                  </a:cubicBezTo>
                  <a:cubicBezTo>
                    <a:pt x="0" y="2584"/>
                    <a:pt x="843" y="3426"/>
                    <a:pt x="1853" y="3426"/>
                  </a:cubicBezTo>
                  <a:cubicBezTo>
                    <a:pt x="2415" y="3370"/>
                    <a:pt x="2921" y="3145"/>
                    <a:pt x="3258" y="2696"/>
                  </a:cubicBezTo>
                  <a:cubicBezTo>
                    <a:pt x="3370" y="2415"/>
                    <a:pt x="3482" y="2134"/>
                    <a:pt x="3482" y="1797"/>
                  </a:cubicBezTo>
                  <a:cubicBezTo>
                    <a:pt x="3482" y="786"/>
                    <a:pt x="2640" y="0"/>
                    <a:pt x="1685" y="0"/>
                  </a:cubicBezTo>
                  <a:cubicBezTo>
                    <a:pt x="1123" y="0"/>
                    <a:pt x="618" y="281"/>
                    <a:pt x="281" y="7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8" name="Google Shape;13318;p31"/>
            <p:cNvSpPr/>
            <p:nvPr/>
          </p:nvSpPr>
          <p:spPr>
            <a:xfrm rot="1029073">
              <a:off x="1467944" y="979452"/>
              <a:ext cx="214264" cy="208649"/>
            </a:xfrm>
            <a:custGeom>
              <a:avLst/>
              <a:gdLst/>
              <a:ahLst/>
              <a:cxnLst/>
              <a:rect l="l" t="t" r="r" b="b"/>
              <a:pathLst>
                <a:path w="2135" h="2079" extrusionOk="0">
                  <a:moveTo>
                    <a:pt x="1067" y="1"/>
                  </a:moveTo>
                  <a:cubicBezTo>
                    <a:pt x="450" y="1"/>
                    <a:pt x="0" y="450"/>
                    <a:pt x="0" y="1012"/>
                  </a:cubicBezTo>
                  <a:cubicBezTo>
                    <a:pt x="0" y="1630"/>
                    <a:pt x="450" y="2079"/>
                    <a:pt x="1067" y="2079"/>
                  </a:cubicBezTo>
                  <a:cubicBezTo>
                    <a:pt x="1629" y="2079"/>
                    <a:pt x="2135" y="1630"/>
                    <a:pt x="2135" y="1012"/>
                  </a:cubicBezTo>
                  <a:cubicBezTo>
                    <a:pt x="2078" y="450"/>
                    <a:pt x="1629" y="1"/>
                    <a:pt x="10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9" name="Google Shape;13319;p31"/>
            <p:cNvSpPr/>
            <p:nvPr/>
          </p:nvSpPr>
          <p:spPr>
            <a:xfrm rot="1029073">
              <a:off x="1465946" y="992706"/>
              <a:ext cx="191684" cy="191688"/>
            </a:xfrm>
            <a:custGeom>
              <a:avLst/>
              <a:gdLst/>
              <a:ahLst/>
              <a:cxnLst/>
              <a:rect l="l" t="t" r="r" b="b"/>
              <a:pathLst>
                <a:path w="1910" h="1910" extrusionOk="0">
                  <a:moveTo>
                    <a:pt x="225" y="225"/>
                  </a:moveTo>
                  <a:cubicBezTo>
                    <a:pt x="57" y="393"/>
                    <a:pt x="0" y="618"/>
                    <a:pt x="0" y="843"/>
                  </a:cubicBezTo>
                  <a:cubicBezTo>
                    <a:pt x="0" y="1461"/>
                    <a:pt x="450" y="1910"/>
                    <a:pt x="1067" y="1910"/>
                  </a:cubicBezTo>
                  <a:cubicBezTo>
                    <a:pt x="1292" y="1910"/>
                    <a:pt x="1517" y="1854"/>
                    <a:pt x="1685" y="1685"/>
                  </a:cubicBezTo>
                  <a:cubicBezTo>
                    <a:pt x="1798" y="1517"/>
                    <a:pt x="1910" y="1292"/>
                    <a:pt x="1910" y="1067"/>
                  </a:cubicBezTo>
                  <a:cubicBezTo>
                    <a:pt x="1910" y="506"/>
                    <a:pt x="1404" y="0"/>
                    <a:pt x="843" y="56"/>
                  </a:cubicBezTo>
                  <a:cubicBezTo>
                    <a:pt x="618" y="0"/>
                    <a:pt x="394" y="113"/>
                    <a:pt x="225" y="225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0" name="Google Shape;13320;p31"/>
            <p:cNvSpPr/>
            <p:nvPr/>
          </p:nvSpPr>
          <p:spPr>
            <a:xfrm rot="1029073">
              <a:off x="1478593" y="994614"/>
              <a:ext cx="180444" cy="180448"/>
            </a:xfrm>
            <a:custGeom>
              <a:avLst/>
              <a:gdLst/>
              <a:ahLst/>
              <a:cxnLst/>
              <a:rect l="l" t="t" r="r" b="b"/>
              <a:pathLst>
                <a:path w="1798" h="1798" extrusionOk="0">
                  <a:moveTo>
                    <a:pt x="1629" y="1573"/>
                  </a:moveTo>
                  <a:cubicBezTo>
                    <a:pt x="1742" y="1404"/>
                    <a:pt x="1798" y="1236"/>
                    <a:pt x="1798" y="1067"/>
                  </a:cubicBezTo>
                  <a:cubicBezTo>
                    <a:pt x="1798" y="506"/>
                    <a:pt x="1292" y="0"/>
                    <a:pt x="731" y="56"/>
                  </a:cubicBezTo>
                  <a:cubicBezTo>
                    <a:pt x="506" y="0"/>
                    <a:pt x="338" y="113"/>
                    <a:pt x="169" y="225"/>
                  </a:cubicBezTo>
                  <a:cubicBezTo>
                    <a:pt x="57" y="337"/>
                    <a:pt x="1" y="562"/>
                    <a:pt x="1" y="730"/>
                  </a:cubicBezTo>
                  <a:cubicBezTo>
                    <a:pt x="1" y="1292"/>
                    <a:pt x="506" y="1798"/>
                    <a:pt x="1068" y="1798"/>
                  </a:cubicBezTo>
                  <a:cubicBezTo>
                    <a:pt x="1292" y="1798"/>
                    <a:pt x="1461" y="1685"/>
                    <a:pt x="1629" y="1573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1" name="Google Shape;13321;p31"/>
            <p:cNvSpPr/>
            <p:nvPr/>
          </p:nvSpPr>
          <p:spPr>
            <a:xfrm>
              <a:off x="464462" y="287432"/>
              <a:ext cx="332685" cy="749790"/>
            </a:xfrm>
            <a:custGeom>
              <a:avLst/>
              <a:gdLst/>
              <a:ahLst/>
              <a:cxnLst/>
              <a:rect l="l" t="t" r="r" b="b"/>
              <a:pathLst>
                <a:path w="3315" h="7471" extrusionOk="0">
                  <a:moveTo>
                    <a:pt x="3314" y="1629"/>
                  </a:moveTo>
                  <a:lnTo>
                    <a:pt x="1" y="0"/>
                  </a:lnTo>
                  <a:lnTo>
                    <a:pt x="1" y="955"/>
                  </a:lnTo>
                  <a:lnTo>
                    <a:pt x="3314" y="2584"/>
                  </a:lnTo>
                  <a:close/>
                  <a:moveTo>
                    <a:pt x="3314" y="6459"/>
                  </a:moveTo>
                  <a:lnTo>
                    <a:pt x="1" y="4831"/>
                  </a:lnTo>
                  <a:lnTo>
                    <a:pt x="1" y="5842"/>
                  </a:lnTo>
                  <a:lnTo>
                    <a:pt x="3314" y="7470"/>
                  </a:lnTo>
                  <a:lnTo>
                    <a:pt x="3314" y="6459"/>
                  </a:lnTo>
                  <a:close/>
                  <a:moveTo>
                    <a:pt x="3314" y="4831"/>
                  </a:moveTo>
                  <a:lnTo>
                    <a:pt x="1" y="3258"/>
                  </a:lnTo>
                  <a:lnTo>
                    <a:pt x="1" y="4213"/>
                  </a:lnTo>
                  <a:lnTo>
                    <a:pt x="3314" y="5785"/>
                  </a:lnTo>
                  <a:lnTo>
                    <a:pt x="3314" y="4887"/>
                  </a:lnTo>
                  <a:close/>
                  <a:moveTo>
                    <a:pt x="3314" y="3258"/>
                  </a:moveTo>
                  <a:lnTo>
                    <a:pt x="1" y="1629"/>
                  </a:lnTo>
                  <a:lnTo>
                    <a:pt x="1" y="2584"/>
                  </a:lnTo>
                  <a:lnTo>
                    <a:pt x="3314" y="4213"/>
                  </a:lnTo>
                  <a:lnTo>
                    <a:pt x="3314" y="325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2" name="Google Shape;13322;p31"/>
            <p:cNvSpPr/>
            <p:nvPr/>
          </p:nvSpPr>
          <p:spPr>
            <a:xfrm>
              <a:off x="244674" y="67643"/>
              <a:ext cx="901913" cy="112805"/>
            </a:xfrm>
            <a:custGeom>
              <a:avLst/>
              <a:gdLst/>
              <a:ahLst/>
              <a:cxnLst/>
              <a:rect l="l" t="t" r="r" b="b"/>
              <a:pathLst>
                <a:path w="8987" h="1124" extrusionOk="0">
                  <a:moveTo>
                    <a:pt x="8481" y="506"/>
                  </a:moveTo>
                  <a:cubicBezTo>
                    <a:pt x="8706" y="393"/>
                    <a:pt x="8874" y="225"/>
                    <a:pt x="8987" y="0"/>
                  </a:cubicBezTo>
                  <a:lnTo>
                    <a:pt x="0" y="0"/>
                  </a:lnTo>
                  <a:cubicBezTo>
                    <a:pt x="843" y="674"/>
                    <a:pt x="2640" y="1123"/>
                    <a:pt x="4774" y="1123"/>
                  </a:cubicBezTo>
                  <a:cubicBezTo>
                    <a:pt x="6010" y="1123"/>
                    <a:pt x="7302" y="955"/>
                    <a:pt x="8537" y="5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3" name="Google Shape;13323;p31"/>
            <p:cNvSpPr/>
            <p:nvPr/>
          </p:nvSpPr>
          <p:spPr>
            <a:xfrm rot="-1579503">
              <a:off x="1961877" y="1144599"/>
              <a:ext cx="282006" cy="282012"/>
            </a:xfrm>
            <a:custGeom>
              <a:avLst/>
              <a:gdLst/>
              <a:ahLst/>
              <a:cxnLst/>
              <a:rect l="l" t="t" r="r" b="b"/>
              <a:pathLst>
                <a:path w="2810" h="2810" extrusionOk="0">
                  <a:moveTo>
                    <a:pt x="1405" y="1"/>
                  </a:moveTo>
                  <a:cubicBezTo>
                    <a:pt x="619" y="1"/>
                    <a:pt x="1" y="619"/>
                    <a:pt x="1" y="1405"/>
                  </a:cubicBezTo>
                  <a:cubicBezTo>
                    <a:pt x="1" y="2135"/>
                    <a:pt x="619" y="2753"/>
                    <a:pt x="1405" y="2809"/>
                  </a:cubicBezTo>
                  <a:cubicBezTo>
                    <a:pt x="2135" y="2809"/>
                    <a:pt x="2809" y="2135"/>
                    <a:pt x="2809" y="1405"/>
                  </a:cubicBezTo>
                  <a:cubicBezTo>
                    <a:pt x="2809" y="619"/>
                    <a:pt x="2135" y="1"/>
                    <a:pt x="14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4" name="Google Shape;13324;p31"/>
            <p:cNvSpPr/>
            <p:nvPr/>
          </p:nvSpPr>
          <p:spPr>
            <a:xfrm rot="-1579503">
              <a:off x="1971650" y="1161927"/>
              <a:ext cx="264945" cy="265051"/>
            </a:xfrm>
            <a:custGeom>
              <a:avLst/>
              <a:gdLst/>
              <a:ahLst/>
              <a:cxnLst/>
              <a:rect l="l" t="t" r="r" b="b"/>
              <a:pathLst>
                <a:path w="2640" h="2641" extrusionOk="0">
                  <a:moveTo>
                    <a:pt x="169" y="506"/>
                  </a:moveTo>
                  <a:cubicBezTo>
                    <a:pt x="56" y="730"/>
                    <a:pt x="0" y="955"/>
                    <a:pt x="0" y="1236"/>
                  </a:cubicBezTo>
                  <a:cubicBezTo>
                    <a:pt x="0" y="1966"/>
                    <a:pt x="618" y="2584"/>
                    <a:pt x="1348" y="2640"/>
                  </a:cubicBezTo>
                  <a:cubicBezTo>
                    <a:pt x="1797" y="2640"/>
                    <a:pt x="2190" y="2415"/>
                    <a:pt x="2415" y="2078"/>
                  </a:cubicBezTo>
                  <a:cubicBezTo>
                    <a:pt x="2584" y="1854"/>
                    <a:pt x="2640" y="1629"/>
                    <a:pt x="2584" y="1404"/>
                  </a:cubicBezTo>
                  <a:cubicBezTo>
                    <a:pt x="2584" y="618"/>
                    <a:pt x="1966" y="0"/>
                    <a:pt x="1180" y="0"/>
                  </a:cubicBezTo>
                  <a:cubicBezTo>
                    <a:pt x="786" y="0"/>
                    <a:pt x="393" y="169"/>
                    <a:pt x="169" y="5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5" name="Google Shape;13325;p31"/>
            <p:cNvSpPr/>
            <p:nvPr/>
          </p:nvSpPr>
          <p:spPr>
            <a:xfrm rot="-1579503">
              <a:off x="2011285" y="1219158"/>
              <a:ext cx="157863" cy="157967"/>
            </a:xfrm>
            <a:custGeom>
              <a:avLst/>
              <a:gdLst/>
              <a:ahLst/>
              <a:cxnLst/>
              <a:rect l="l" t="t" r="r" b="b"/>
              <a:pathLst>
                <a:path w="1573" h="1574" extrusionOk="0">
                  <a:moveTo>
                    <a:pt x="787" y="1"/>
                  </a:moveTo>
                  <a:cubicBezTo>
                    <a:pt x="337" y="1"/>
                    <a:pt x="0" y="338"/>
                    <a:pt x="0" y="787"/>
                  </a:cubicBezTo>
                  <a:cubicBezTo>
                    <a:pt x="0" y="1236"/>
                    <a:pt x="337" y="1573"/>
                    <a:pt x="787" y="1573"/>
                  </a:cubicBezTo>
                  <a:cubicBezTo>
                    <a:pt x="1236" y="1573"/>
                    <a:pt x="1573" y="1236"/>
                    <a:pt x="1573" y="787"/>
                  </a:cubicBezTo>
                  <a:cubicBezTo>
                    <a:pt x="1573" y="338"/>
                    <a:pt x="1236" y="1"/>
                    <a:pt x="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6" name="Google Shape;13326;p31"/>
            <p:cNvSpPr/>
            <p:nvPr/>
          </p:nvSpPr>
          <p:spPr>
            <a:xfrm rot="-1579503">
              <a:off x="2014832" y="1197501"/>
              <a:ext cx="163583" cy="16358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843" y="0"/>
                  </a:moveTo>
                  <a:cubicBezTo>
                    <a:pt x="394" y="0"/>
                    <a:pt x="1" y="393"/>
                    <a:pt x="1" y="843"/>
                  </a:cubicBezTo>
                  <a:cubicBezTo>
                    <a:pt x="1" y="1236"/>
                    <a:pt x="394" y="1629"/>
                    <a:pt x="843" y="1629"/>
                  </a:cubicBezTo>
                  <a:cubicBezTo>
                    <a:pt x="1236" y="1629"/>
                    <a:pt x="1629" y="1236"/>
                    <a:pt x="1629" y="843"/>
                  </a:cubicBezTo>
                  <a:cubicBezTo>
                    <a:pt x="1629" y="393"/>
                    <a:pt x="1236" y="0"/>
                    <a:pt x="8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7" name="Google Shape;13327;p31"/>
            <p:cNvSpPr/>
            <p:nvPr/>
          </p:nvSpPr>
          <p:spPr>
            <a:xfrm rot="-1579503">
              <a:off x="2019450" y="1217248"/>
              <a:ext cx="146623" cy="146726"/>
            </a:xfrm>
            <a:custGeom>
              <a:avLst/>
              <a:gdLst/>
              <a:ahLst/>
              <a:cxnLst/>
              <a:rect l="l" t="t" r="r" b="b"/>
              <a:pathLst>
                <a:path w="1461" h="1462" extrusionOk="0">
                  <a:moveTo>
                    <a:pt x="169" y="169"/>
                  </a:moveTo>
                  <a:cubicBezTo>
                    <a:pt x="57" y="282"/>
                    <a:pt x="1" y="450"/>
                    <a:pt x="1" y="675"/>
                  </a:cubicBezTo>
                  <a:cubicBezTo>
                    <a:pt x="1" y="1068"/>
                    <a:pt x="394" y="1461"/>
                    <a:pt x="843" y="1461"/>
                  </a:cubicBezTo>
                  <a:cubicBezTo>
                    <a:pt x="1011" y="1461"/>
                    <a:pt x="1180" y="1405"/>
                    <a:pt x="1292" y="1293"/>
                  </a:cubicBezTo>
                  <a:cubicBezTo>
                    <a:pt x="1405" y="1124"/>
                    <a:pt x="1461" y="956"/>
                    <a:pt x="1461" y="787"/>
                  </a:cubicBezTo>
                  <a:cubicBezTo>
                    <a:pt x="1461" y="338"/>
                    <a:pt x="1124" y="1"/>
                    <a:pt x="675" y="1"/>
                  </a:cubicBezTo>
                  <a:cubicBezTo>
                    <a:pt x="506" y="1"/>
                    <a:pt x="338" y="57"/>
                    <a:pt x="169" y="16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8" name="Google Shape;13328;p31"/>
            <p:cNvSpPr/>
            <p:nvPr/>
          </p:nvSpPr>
          <p:spPr>
            <a:xfrm rot="-1579503">
              <a:off x="2027593" y="1215344"/>
              <a:ext cx="135383" cy="135386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236" y="1180"/>
                  </a:moveTo>
                  <a:cubicBezTo>
                    <a:pt x="1293" y="1068"/>
                    <a:pt x="1349" y="956"/>
                    <a:pt x="1349" y="787"/>
                  </a:cubicBezTo>
                  <a:cubicBezTo>
                    <a:pt x="1349" y="338"/>
                    <a:pt x="1012" y="1"/>
                    <a:pt x="563" y="1"/>
                  </a:cubicBezTo>
                  <a:cubicBezTo>
                    <a:pt x="394" y="1"/>
                    <a:pt x="226" y="57"/>
                    <a:pt x="113" y="113"/>
                  </a:cubicBezTo>
                  <a:cubicBezTo>
                    <a:pt x="57" y="225"/>
                    <a:pt x="1" y="394"/>
                    <a:pt x="1" y="506"/>
                  </a:cubicBezTo>
                  <a:cubicBezTo>
                    <a:pt x="1" y="956"/>
                    <a:pt x="338" y="1293"/>
                    <a:pt x="787" y="1349"/>
                  </a:cubicBezTo>
                  <a:cubicBezTo>
                    <a:pt x="956" y="1293"/>
                    <a:pt x="1124" y="1293"/>
                    <a:pt x="1236" y="1180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6" name="Google Shape;13356;p33"/>
          <p:cNvSpPr/>
          <p:nvPr/>
        </p:nvSpPr>
        <p:spPr>
          <a:xfrm>
            <a:off x="4575055" y="3492852"/>
            <a:ext cx="736500" cy="736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7" name="Google Shape;13357;p33"/>
          <p:cNvSpPr/>
          <p:nvPr/>
        </p:nvSpPr>
        <p:spPr>
          <a:xfrm>
            <a:off x="4575055" y="2455189"/>
            <a:ext cx="736500" cy="736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8" name="Google Shape;13358;p33"/>
          <p:cNvSpPr/>
          <p:nvPr/>
        </p:nvSpPr>
        <p:spPr>
          <a:xfrm>
            <a:off x="4575055" y="1417525"/>
            <a:ext cx="736500" cy="736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9" name="Google Shape;13359;p33"/>
          <p:cNvSpPr/>
          <p:nvPr/>
        </p:nvSpPr>
        <p:spPr>
          <a:xfrm>
            <a:off x="800167" y="3492852"/>
            <a:ext cx="736500" cy="736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60" name="Google Shape;13360;p33"/>
          <p:cNvSpPr/>
          <p:nvPr/>
        </p:nvSpPr>
        <p:spPr>
          <a:xfrm>
            <a:off x="800167" y="2455189"/>
            <a:ext cx="736500" cy="736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61" name="Google Shape;13361;p33"/>
          <p:cNvSpPr/>
          <p:nvPr/>
        </p:nvSpPr>
        <p:spPr>
          <a:xfrm>
            <a:off x="800167" y="1417525"/>
            <a:ext cx="736500" cy="736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62" name="Google Shape;13362;p33"/>
          <p:cNvSpPr txBox="1">
            <a:spLocks noGrp="1"/>
          </p:cNvSpPr>
          <p:nvPr>
            <p:ph type="title"/>
          </p:nvPr>
        </p:nvSpPr>
        <p:spPr>
          <a:xfrm>
            <a:off x="714675" y="4450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Table of contents</a:t>
            </a:r>
            <a:endParaRPr sz="3200"/>
          </a:p>
        </p:txBody>
      </p:sp>
      <p:sp>
        <p:nvSpPr>
          <p:cNvPr id="13363" name="Google Shape;13363;p33"/>
          <p:cNvSpPr txBox="1">
            <a:spLocks noGrp="1"/>
          </p:cNvSpPr>
          <p:nvPr>
            <p:ph type="title" idx="2"/>
          </p:nvPr>
        </p:nvSpPr>
        <p:spPr>
          <a:xfrm>
            <a:off x="800175" y="1610425"/>
            <a:ext cx="7365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3364" name="Google Shape;13364;p33"/>
          <p:cNvSpPr txBox="1">
            <a:spLocks noGrp="1"/>
          </p:cNvSpPr>
          <p:nvPr>
            <p:ph type="subTitle" idx="1"/>
          </p:nvPr>
        </p:nvSpPr>
        <p:spPr>
          <a:xfrm>
            <a:off x="1647066" y="1610425"/>
            <a:ext cx="29124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Project Overview</a:t>
            </a:r>
            <a:endParaRPr dirty="0"/>
          </a:p>
        </p:txBody>
      </p:sp>
      <p:sp>
        <p:nvSpPr>
          <p:cNvPr id="13365" name="Google Shape;13365;p33"/>
          <p:cNvSpPr txBox="1">
            <a:spLocks noGrp="1"/>
          </p:cNvSpPr>
          <p:nvPr>
            <p:ph type="title" idx="3"/>
          </p:nvPr>
        </p:nvSpPr>
        <p:spPr>
          <a:xfrm>
            <a:off x="800175" y="2646437"/>
            <a:ext cx="7365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3366" name="Google Shape;13366;p33"/>
          <p:cNvSpPr txBox="1">
            <a:spLocks noGrp="1"/>
          </p:cNvSpPr>
          <p:nvPr>
            <p:ph type="subTitle" idx="4"/>
          </p:nvPr>
        </p:nvSpPr>
        <p:spPr>
          <a:xfrm>
            <a:off x="1647066" y="2646437"/>
            <a:ext cx="29124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Control Approach</a:t>
            </a:r>
            <a:endParaRPr dirty="0"/>
          </a:p>
        </p:txBody>
      </p:sp>
      <p:sp>
        <p:nvSpPr>
          <p:cNvPr id="13367" name="Google Shape;13367;p33"/>
          <p:cNvSpPr txBox="1">
            <a:spLocks noGrp="1"/>
          </p:cNvSpPr>
          <p:nvPr>
            <p:ph type="title" idx="5"/>
          </p:nvPr>
        </p:nvSpPr>
        <p:spPr>
          <a:xfrm>
            <a:off x="800175" y="3685752"/>
            <a:ext cx="7365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3368" name="Google Shape;13368;p33"/>
          <p:cNvSpPr txBox="1">
            <a:spLocks noGrp="1"/>
          </p:cNvSpPr>
          <p:nvPr>
            <p:ph type="subTitle" idx="6"/>
          </p:nvPr>
        </p:nvSpPr>
        <p:spPr>
          <a:xfrm>
            <a:off x="1647066" y="3685752"/>
            <a:ext cx="29124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Pose Error Computation</a:t>
            </a:r>
            <a:endParaRPr dirty="0"/>
          </a:p>
        </p:txBody>
      </p:sp>
      <p:sp>
        <p:nvSpPr>
          <p:cNvPr id="13369" name="Google Shape;13369;p33"/>
          <p:cNvSpPr txBox="1">
            <a:spLocks noGrp="1"/>
          </p:cNvSpPr>
          <p:nvPr>
            <p:ph type="title" idx="7"/>
          </p:nvPr>
        </p:nvSpPr>
        <p:spPr>
          <a:xfrm>
            <a:off x="4575050" y="1610425"/>
            <a:ext cx="7365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3370" name="Google Shape;13370;p33"/>
          <p:cNvSpPr txBox="1">
            <a:spLocks noGrp="1"/>
          </p:cNvSpPr>
          <p:nvPr>
            <p:ph type="subTitle" idx="8"/>
          </p:nvPr>
        </p:nvSpPr>
        <p:spPr>
          <a:xfrm>
            <a:off x="5428191" y="1610425"/>
            <a:ext cx="29889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Velocity Command Generation</a:t>
            </a:r>
            <a:endParaRPr dirty="0"/>
          </a:p>
        </p:txBody>
      </p:sp>
      <p:sp>
        <p:nvSpPr>
          <p:cNvPr id="13371" name="Google Shape;13371;p33"/>
          <p:cNvSpPr txBox="1">
            <a:spLocks noGrp="1"/>
          </p:cNvSpPr>
          <p:nvPr>
            <p:ph type="title" idx="9"/>
          </p:nvPr>
        </p:nvSpPr>
        <p:spPr>
          <a:xfrm>
            <a:off x="4575050" y="2648537"/>
            <a:ext cx="736500" cy="3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3372" name="Google Shape;13372;p33"/>
          <p:cNvSpPr txBox="1">
            <a:spLocks noGrp="1"/>
          </p:cNvSpPr>
          <p:nvPr>
            <p:ph type="subTitle" idx="13"/>
          </p:nvPr>
        </p:nvSpPr>
        <p:spPr>
          <a:xfrm>
            <a:off x="5428191" y="2646437"/>
            <a:ext cx="29889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Assumptions and Limitations</a:t>
            </a:r>
            <a:endParaRPr dirty="0"/>
          </a:p>
        </p:txBody>
      </p:sp>
      <p:sp>
        <p:nvSpPr>
          <p:cNvPr id="13373" name="Google Shape;13373;p33"/>
          <p:cNvSpPr txBox="1">
            <a:spLocks noGrp="1"/>
          </p:cNvSpPr>
          <p:nvPr>
            <p:ph type="title" idx="14"/>
          </p:nvPr>
        </p:nvSpPr>
        <p:spPr>
          <a:xfrm>
            <a:off x="4575050" y="3685752"/>
            <a:ext cx="7365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3374" name="Google Shape;13374;p33"/>
          <p:cNvSpPr txBox="1">
            <a:spLocks noGrp="1"/>
          </p:cNvSpPr>
          <p:nvPr>
            <p:ph type="subTitle" idx="15"/>
          </p:nvPr>
        </p:nvSpPr>
        <p:spPr>
          <a:xfrm>
            <a:off x="5428191" y="3685752"/>
            <a:ext cx="29889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Demonstration &amp; Results</a:t>
            </a:r>
            <a:endParaRPr dirty="0"/>
          </a:p>
        </p:txBody>
      </p:sp>
      <p:grpSp>
        <p:nvGrpSpPr>
          <p:cNvPr id="13375" name="Google Shape;13375;p33"/>
          <p:cNvGrpSpPr/>
          <p:nvPr/>
        </p:nvGrpSpPr>
        <p:grpSpPr>
          <a:xfrm>
            <a:off x="4720853" y="4521513"/>
            <a:ext cx="300558" cy="283271"/>
            <a:chOff x="4720853" y="4521513"/>
            <a:chExt cx="300558" cy="283271"/>
          </a:xfrm>
        </p:grpSpPr>
        <p:sp>
          <p:nvSpPr>
            <p:cNvPr id="13376" name="Google Shape;13376;p33"/>
            <p:cNvSpPr/>
            <p:nvPr/>
          </p:nvSpPr>
          <p:spPr>
            <a:xfrm flipH="1">
              <a:off x="4720854" y="4521513"/>
              <a:ext cx="300557" cy="283271"/>
            </a:xfrm>
            <a:custGeom>
              <a:avLst/>
              <a:gdLst/>
              <a:ahLst/>
              <a:cxnLst/>
              <a:rect l="l" t="t" r="r" b="b"/>
              <a:pathLst>
                <a:path w="2921" h="2753" extrusionOk="0">
                  <a:moveTo>
                    <a:pt x="450" y="1910"/>
                  </a:moveTo>
                  <a:cubicBezTo>
                    <a:pt x="0" y="955"/>
                    <a:pt x="955" y="1"/>
                    <a:pt x="1910" y="338"/>
                  </a:cubicBezTo>
                  <a:cubicBezTo>
                    <a:pt x="2921" y="731"/>
                    <a:pt x="2921" y="2079"/>
                    <a:pt x="1966" y="2528"/>
                  </a:cubicBezTo>
                  <a:cubicBezTo>
                    <a:pt x="1404" y="2753"/>
                    <a:pt x="730" y="2528"/>
                    <a:pt x="450" y="19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7" name="Google Shape;13377;p33"/>
            <p:cNvSpPr/>
            <p:nvPr/>
          </p:nvSpPr>
          <p:spPr>
            <a:xfrm flipH="1">
              <a:off x="4720853" y="4544665"/>
              <a:ext cx="242833" cy="225444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573"/>
                  </a:moveTo>
                  <a:cubicBezTo>
                    <a:pt x="1" y="1124"/>
                    <a:pt x="226" y="618"/>
                    <a:pt x="619" y="450"/>
                  </a:cubicBezTo>
                  <a:cubicBezTo>
                    <a:pt x="1630" y="0"/>
                    <a:pt x="2360" y="1517"/>
                    <a:pt x="1349" y="2022"/>
                  </a:cubicBezTo>
                  <a:cubicBezTo>
                    <a:pt x="900" y="2191"/>
                    <a:pt x="394" y="2022"/>
                    <a:pt x="169" y="15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8" name="Google Shape;13378;p33"/>
            <p:cNvSpPr/>
            <p:nvPr/>
          </p:nvSpPr>
          <p:spPr>
            <a:xfrm flipH="1">
              <a:off x="4790205" y="4590865"/>
              <a:ext cx="167616" cy="179243"/>
            </a:xfrm>
            <a:custGeom>
              <a:avLst/>
              <a:gdLst/>
              <a:ahLst/>
              <a:cxnLst/>
              <a:rect l="l" t="t" r="r" b="b"/>
              <a:pathLst>
                <a:path w="1629" h="1742" extrusionOk="0">
                  <a:moveTo>
                    <a:pt x="112" y="1124"/>
                  </a:moveTo>
                  <a:cubicBezTo>
                    <a:pt x="0" y="843"/>
                    <a:pt x="56" y="562"/>
                    <a:pt x="225" y="281"/>
                  </a:cubicBezTo>
                  <a:cubicBezTo>
                    <a:pt x="281" y="225"/>
                    <a:pt x="337" y="169"/>
                    <a:pt x="449" y="169"/>
                  </a:cubicBezTo>
                  <a:cubicBezTo>
                    <a:pt x="843" y="1"/>
                    <a:pt x="1348" y="169"/>
                    <a:pt x="1517" y="562"/>
                  </a:cubicBezTo>
                  <a:cubicBezTo>
                    <a:pt x="1629" y="843"/>
                    <a:pt x="1629" y="1124"/>
                    <a:pt x="1460" y="1405"/>
                  </a:cubicBezTo>
                  <a:cubicBezTo>
                    <a:pt x="1404" y="1461"/>
                    <a:pt x="1292" y="1517"/>
                    <a:pt x="1236" y="1573"/>
                  </a:cubicBezTo>
                  <a:cubicBezTo>
                    <a:pt x="786" y="1742"/>
                    <a:pt x="337" y="1517"/>
                    <a:pt x="112" y="11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9" name="Google Shape;13379;p33"/>
            <p:cNvSpPr/>
            <p:nvPr/>
          </p:nvSpPr>
          <p:spPr>
            <a:xfrm flipH="1">
              <a:off x="4813253" y="4619779"/>
              <a:ext cx="115757" cy="109892"/>
            </a:xfrm>
            <a:custGeom>
              <a:avLst/>
              <a:gdLst/>
              <a:ahLst/>
              <a:cxnLst/>
              <a:rect l="l" t="t" r="r" b="b"/>
              <a:pathLst>
                <a:path w="1125" h="1068" extrusionOk="0">
                  <a:moveTo>
                    <a:pt x="563" y="1068"/>
                  </a:moveTo>
                  <a:cubicBezTo>
                    <a:pt x="226" y="1011"/>
                    <a:pt x="1" y="674"/>
                    <a:pt x="57" y="337"/>
                  </a:cubicBezTo>
                  <a:cubicBezTo>
                    <a:pt x="57" y="225"/>
                    <a:pt x="113" y="113"/>
                    <a:pt x="226" y="0"/>
                  </a:cubicBezTo>
                  <a:cubicBezTo>
                    <a:pt x="169" y="57"/>
                    <a:pt x="169" y="169"/>
                    <a:pt x="113" y="225"/>
                  </a:cubicBezTo>
                  <a:cubicBezTo>
                    <a:pt x="57" y="562"/>
                    <a:pt x="282" y="899"/>
                    <a:pt x="675" y="955"/>
                  </a:cubicBezTo>
                  <a:cubicBezTo>
                    <a:pt x="843" y="955"/>
                    <a:pt x="1012" y="899"/>
                    <a:pt x="1124" y="787"/>
                  </a:cubicBezTo>
                  <a:cubicBezTo>
                    <a:pt x="1012" y="955"/>
                    <a:pt x="787" y="1068"/>
                    <a:pt x="563" y="1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0" name="Google Shape;13380;p33"/>
          <p:cNvGrpSpPr/>
          <p:nvPr/>
        </p:nvGrpSpPr>
        <p:grpSpPr>
          <a:xfrm flipH="1">
            <a:off x="4028855" y="4475313"/>
            <a:ext cx="156092" cy="306422"/>
            <a:chOff x="474406" y="2974600"/>
            <a:chExt cx="106759" cy="209577"/>
          </a:xfrm>
        </p:grpSpPr>
        <p:sp>
          <p:nvSpPr>
            <p:cNvPr id="13381" name="Google Shape;13381;p33"/>
            <p:cNvSpPr/>
            <p:nvPr/>
          </p:nvSpPr>
          <p:spPr>
            <a:xfrm>
              <a:off x="474406" y="2974600"/>
              <a:ext cx="106759" cy="209577"/>
            </a:xfrm>
            <a:custGeom>
              <a:avLst/>
              <a:gdLst/>
              <a:ahLst/>
              <a:cxnLst/>
              <a:rect l="l" t="t" r="r" b="b"/>
              <a:pathLst>
                <a:path w="1517" h="2978" extrusionOk="0">
                  <a:moveTo>
                    <a:pt x="1517" y="2977"/>
                  </a:moveTo>
                  <a:lnTo>
                    <a:pt x="0" y="2977"/>
                  </a:lnTo>
                  <a:lnTo>
                    <a:pt x="0" y="731"/>
                  </a:lnTo>
                  <a:cubicBezTo>
                    <a:pt x="0" y="0"/>
                    <a:pt x="1517" y="0"/>
                    <a:pt x="1517" y="7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2" name="Google Shape;13382;p33"/>
            <p:cNvSpPr/>
            <p:nvPr/>
          </p:nvSpPr>
          <p:spPr>
            <a:xfrm>
              <a:off x="474406" y="2982482"/>
              <a:ext cx="98877" cy="201695"/>
            </a:xfrm>
            <a:custGeom>
              <a:avLst/>
              <a:gdLst/>
              <a:ahLst/>
              <a:cxnLst/>
              <a:rect l="l" t="t" r="r" b="b"/>
              <a:pathLst>
                <a:path w="1405" h="2866" extrusionOk="0">
                  <a:moveTo>
                    <a:pt x="1405" y="2865"/>
                  </a:moveTo>
                  <a:lnTo>
                    <a:pt x="0" y="2865"/>
                  </a:lnTo>
                  <a:lnTo>
                    <a:pt x="0" y="619"/>
                  </a:lnTo>
                  <a:cubicBezTo>
                    <a:pt x="0" y="506"/>
                    <a:pt x="57" y="338"/>
                    <a:pt x="169" y="282"/>
                  </a:cubicBezTo>
                  <a:cubicBezTo>
                    <a:pt x="618" y="1"/>
                    <a:pt x="1405" y="169"/>
                    <a:pt x="1405" y="675"/>
                  </a:cubicBezTo>
                  <a:lnTo>
                    <a:pt x="1405" y="2865"/>
                  </a:lnTo>
                  <a:close/>
                </a:path>
              </a:pathLst>
            </a:custGeom>
            <a:solidFill>
              <a:srgbClr val="7A7A7A">
                <a:alpha val="60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3" name="Google Shape;13383;p33"/>
            <p:cNvSpPr/>
            <p:nvPr/>
          </p:nvSpPr>
          <p:spPr>
            <a:xfrm>
              <a:off x="482288" y="3014151"/>
              <a:ext cx="83113" cy="98877"/>
            </a:xfrm>
            <a:custGeom>
              <a:avLst/>
              <a:gdLst/>
              <a:ahLst/>
              <a:cxnLst/>
              <a:rect l="l" t="t" r="r" b="b"/>
              <a:pathLst>
                <a:path w="1181" h="1405" extrusionOk="0">
                  <a:moveTo>
                    <a:pt x="1068" y="618"/>
                  </a:moveTo>
                  <a:cubicBezTo>
                    <a:pt x="1180" y="1404"/>
                    <a:pt x="1" y="1404"/>
                    <a:pt x="57" y="618"/>
                  </a:cubicBezTo>
                  <a:cubicBezTo>
                    <a:pt x="169" y="0"/>
                    <a:pt x="1012" y="0"/>
                    <a:pt x="1068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4" name="Google Shape;13384;p33"/>
            <p:cNvSpPr/>
            <p:nvPr/>
          </p:nvSpPr>
          <p:spPr>
            <a:xfrm>
              <a:off x="482288" y="3029915"/>
              <a:ext cx="79172" cy="59397"/>
            </a:xfrm>
            <a:custGeom>
              <a:avLst/>
              <a:gdLst/>
              <a:ahLst/>
              <a:cxnLst/>
              <a:rect l="l" t="t" r="r" b="b"/>
              <a:pathLst>
                <a:path w="1125" h="844" extrusionOk="0">
                  <a:moveTo>
                    <a:pt x="225" y="57"/>
                  </a:moveTo>
                  <a:cubicBezTo>
                    <a:pt x="338" y="1"/>
                    <a:pt x="394" y="1"/>
                    <a:pt x="506" y="1"/>
                  </a:cubicBezTo>
                  <a:cubicBezTo>
                    <a:pt x="899" y="1"/>
                    <a:pt x="1124" y="450"/>
                    <a:pt x="956" y="787"/>
                  </a:cubicBezTo>
                  <a:cubicBezTo>
                    <a:pt x="843" y="843"/>
                    <a:pt x="787" y="843"/>
                    <a:pt x="675" y="843"/>
                  </a:cubicBezTo>
                  <a:cubicBezTo>
                    <a:pt x="282" y="843"/>
                    <a:pt x="1" y="394"/>
                    <a:pt x="225" y="57"/>
                  </a:cubicBezTo>
                  <a:close/>
                </a:path>
              </a:pathLst>
            </a:custGeom>
            <a:solidFill>
              <a:srgbClr val="7A7A7A">
                <a:alpha val="60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5" name="Google Shape;13385;p33"/>
          <p:cNvGrpSpPr/>
          <p:nvPr/>
        </p:nvGrpSpPr>
        <p:grpSpPr>
          <a:xfrm>
            <a:off x="7605584" y="80969"/>
            <a:ext cx="1538428" cy="1026079"/>
            <a:chOff x="8443923" y="51594"/>
            <a:chExt cx="1454764" cy="1635959"/>
          </a:xfrm>
        </p:grpSpPr>
        <p:sp>
          <p:nvSpPr>
            <p:cNvPr id="13386" name="Google Shape;13386;p33"/>
            <p:cNvSpPr/>
            <p:nvPr/>
          </p:nvSpPr>
          <p:spPr>
            <a:xfrm>
              <a:off x="8585632" y="1067937"/>
              <a:ext cx="350762" cy="205682"/>
            </a:xfrm>
            <a:custGeom>
              <a:avLst/>
              <a:gdLst/>
              <a:ahLst/>
              <a:cxnLst/>
              <a:rect l="l" t="t" r="r" b="b"/>
              <a:pathLst>
                <a:path w="5730" h="3360" extrusionOk="0">
                  <a:moveTo>
                    <a:pt x="1" y="1594"/>
                  </a:moveTo>
                  <a:lnTo>
                    <a:pt x="539" y="1"/>
                  </a:lnTo>
                  <a:lnTo>
                    <a:pt x="5729" y="1788"/>
                  </a:lnTo>
                  <a:lnTo>
                    <a:pt x="5191" y="336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7" name="Google Shape;13387;p33"/>
            <p:cNvSpPr/>
            <p:nvPr/>
          </p:nvSpPr>
          <p:spPr>
            <a:xfrm>
              <a:off x="8585632" y="1077181"/>
              <a:ext cx="346783" cy="196439"/>
            </a:xfrm>
            <a:custGeom>
              <a:avLst/>
              <a:gdLst/>
              <a:ahLst/>
              <a:cxnLst/>
              <a:rect l="l" t="t" r="r" b="b"/>
              <a:pathLst>
                <a:path w="5665" h="3209" extrusionOk="0">
                  <a:moveTo>
                    <a:pt x="1" y="1443"/>
                  </a:moveTo>
                  <a:lnTo>
                    <a:pt x="475" y="0"/>
                  </a:lnTo>
                  <a:lnTo>
                    <a:pt x="5664" y="1788"/>
                  </a:lnTo>
                  <a:lnTo>
                    <a:pt x="5169" y="320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8" name="Google Shape;13388;p33"/>
            <p:cNvSpPr/>
            <p:nvPr/>
          </p:nvSpPr>
          <p:spPr>
            <a:xfrm>
              <a:off x="8652907" y="867582"/>
              <a:ext cx="321685" cy="297995"/>
            </a:xfrm>
            <a:custGeom>
              <a:avLst/>
              <a:gdLst/>
              <a:ahLst/>
              <a:cxnLst/>
              <a:rect l="l" t="t" r="r" b="b"/>
              <a:pathLst>
                <a:path w="5255" h="4868" extrusionOk="0">
                  <a:moveTo>
                    <a:pt x="0" y="3467"/>
                  </a:moveTo>
                  <a:lnTo>
                    <a:pt x="1185" y="0"/>
                  </a:lnTo>
                  <a:lnTo>
                    <a:pt x="5255" y="1400"/>
                  </a:lnTo>
                  <a:lnTo>
                    <a:pt x="4070" y="486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9" name="Google Shape;13389;p33"/>
            <p:cNvSpPr/>
            <p:nvPr/>
          </p:nvSpPr>
          <p:spPr>
            <a:xfrm>
              <a:off x="8461213" y="1277969"/>
              <a:ext cx="145080" cy="391531"/>
            </a:xfrm>
            <a:custGeom>
              <a:avLst/>
              <a:gdLst/>
              <a:ahLst/>
              <a:cxnLst/>
              <a:rect l="l" t="t" r="r" b="b"/>
              <a:pathLst>
                <a:path w="2370" h="6396" extrusionOk="0">
                  <a:moveTo>
                    <a:pt x="1960" y="6396"/>
                  </a:moveTo>
                  <a:lnTo>
                    <a:pt x="2369" y="1141"/>
                  </a:lnTo>
                  <a:lnTo>
                    <a:pt x="453" y="0"/>
                  </a:lnTo>
                  <a:lnTo>
                    <a:pt x="0" y="797"/>
                  </a:lnTo>
                  <a:lnTo>
                    <a:pt x="1443" y="628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0" name="Google Shape;13390;p33"/>
            <p:cNvSpPr/>
            <p:nvPr/>
          </p:nvSpPr>
          <p:spPr>
            <a:xfrm>
              <a:off x="8443923" y="1091700"/>
              <a:ext cx="207029" cy="288751"/>
            </a:xfrm>
            <a:custGeom>
              <a:avLst/>
              <a:gdLst/>
              <a:ahLst/>
              <a:cxnLst/>
              <a:rect l="l" t="t" r="r" b="b"/>
              <a:pathLst>
                <a:path w="3382" h="4717" extrusionOk="0">
                  <a:moveTo>
                    <a:pt x="194" y="3619"/>
                  </a:moveTo>
                  <a:lnTo>
                    <a:pt x="2024" y="432"/>
                  </a:lnTo>
                  <a:cubicBezTo>
                    <a:pt x="2197" y="109"/>
                    <a:pt x="2627" y="1"/>
                    <a:pt x="2950" y="195"/>
                  </a:cubicBezTo>
                  <a:lnTo>
                    <a:pt x="2950" y="195"/>
                  </a:lnTo>
                  <a:cubicBezTo>
                    <a:pt x="3273" y="367"/>
                    <a:pt x="3381" y="776"/>
                    <a:pt x="3187" y="1121"/>
                  </a:cubicBezTo>
                  <a:lnTo>
                    <a:pt x="1378" y="4286"/>
                  </a:lnTo>
                  <a:cubicBezTo>
                    <a:pt x="1185" y="4609"/>
                    <a:pt x="775" y="4717"/>
                    <a:pt x="452" y="4545"/>
                  </a:cubicBezTo>
                  <a:lnTo>
                    <a:pt x="452" y="4545"/>
                  </a:lnTo>
                  <a:cubicBezTo>
                    <a:pt x="129" y="4351"/>
                    <a:pt x="0" y="3942"/>
                    <a:pt x="194" y="36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1" name="Google Shape;13391;p33"/>
            <p:cNvSpPr/>
            <p:nvPr/>
          </p:nvSpPr>
          <p:spPr>
            <a:xfrm>
              <a:off x="8528276" y="1136571"/>
              <a:ext cx="205682" cy="290037"/>
            </a:xfrm>
            <a:custGeom>
              <a:avLst/>
              <a:gdLst/>
              <a:ahLst/>
              <a:cxnLst/>
              <a:rect l="l" t="t" r="r" b="b"/>
              <a:pathLst>
                <a:path w="3360" h="4738" extrusionOk="0">
                  <a:moveTo>
                    <a:pt x="173" y="3618"/>
                  </a:moveTo>
                  <a:lnTo>
                    <a:pt x="2003" y="452"/>
                  </a:lnTo>
                  <a:cubicBezTo>
                    <a:pt x="2197" y="108"/>
                    <a:pt x="2606" y="0"/>
                    <a:pt x="2929" y="194"/>
                  </a:cubicBezTo>
                  <a:lnTo>
                    <a:pt x="2929" y="194"/>
                  </a:lnTo>
                  <a:cubicBezTo>
                    <a:pt x="3252" y="388"/>
                    <a:pt x="3360" y="797"/>
                    <a:pt x="3187" y="1120"/>
                  </a:cubicBezTo>
                  <a:lnTo>
                    <a:pt x="1357" y="4307"/>
                  </a:lnTo>
                  <a:cubicBezTo>
                    <a:pt x="1163" y="4630"/>
                    <a:pt x="754" y="4738"/>
                    <a:pt x="431" y="4544"/>
                  </a:cubicBezTo>
                  <a:lnTo>
                    <a:pt x="431" y="4544"/>
                  </a:lnTo>
                  <a:cubicBezTo>
                    <a:pt x="108" y="4372"/>
                    <a:pt x="0" y="3941"/>
                    <a:pt x="173" y="361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2" name="Google Shape;13392;p33"/>
            <p:cNvSpPr/>
            <p:nvPr/>
          </p:nvSpPr>
          <p:spPr>
            <a:xfrm>
              <a:off x="9069469" y="51594"/>
              <a:ext cx="829218" cy="676303"/>
            </a:xfrm>
            <a:custGeom>
              <a:avLst/>
              <a:gdLst/>
              <a:ahLst/>
              <a:cxnLst/>
              <a:rect l="l" t="t" r="r" b="b"/>
              <a:pathLst>
                <a:path w="13546" h="11048" extrusionOk="0">
                  <a:moveTo>
                    <a:pt x="0" y="9217"/>
                  </a:moveTo>
                  <a:lnTo>
                    <a:pt x="1249" y="11048"/>
                  </a:lnTo>
                  <a:lnTo>
                    <a:pt x="13545" y="2628"/>
                  </a:lnTo>
                  <a:lnTo>
                    <a:pt x="13545" y="151"/>
                  </a:lnTo>
                  <a:lnTo>
                    <a:pt x="134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3" name="Google Shape;13393;p33"/>
            <p:cNvSpPr/>
            <p:nvPr/>
          </p:nvSpPr>
          <p:spPr>
            <a:xfrm>
              <a:off x="8880929" y="599953"/>
              <a:ext cx="275590" cy="266346"/>
            </a:xfrm>
            <a:custGeom>
              <a:avLst/>
              <a:gdLst/>
              <a:ahLst/>
              <a:cxnLst/>
              <a:rect l="l" t="t" r="r" b="b"/>
              <a:pathLst>
                <a:path w="4502" h="4351" extrusionOk="0">
                  <a:moveTo>
                    <a:pt x="1" y="1982"/>
                  </a:moveTo>
                  <a:lnTo>
                    <a:pt x="2886" y="1"/>
                  </a:lnTo>
                  <a:lnTo>
                    <a:pt x="4501" y="2370"/>
                  </a:lnTo>
                  <a:lnTo>
                    <a:pt x="1616" y="435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4" name="Google Shape;13394;p33"/>
            <p:cNvSpPr/>
            <p:nvPr/>
          </p:nvSpPr>
          <p:spPr>
            <a:xfrm>
              <a:off x="8946857" y="692264"/>
              <a:ext cx="209661" cy="171402"/>
            </a:xfrm>
            <a:custGeom>
              <a:avLst/>
              <a:gdLst/>
              <a:ahLst/>
              <a:cxnLst/>
              <a:rect l="l" t="t" r="r" b="b"/>
              <a:pathLst>
                <a:path w="3425" h="2800" extrusionOk="0">
                  <a:moveTo>
                    <a:pt x="2821" y="0"/>
                  </a:moveTo>
                  <a:lnTo>
                    <a:pt x="3424" y="862"/>
                  </a:lnTo>
                  <a:lnTo>
                    <a:pt x="603" y="2800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5" name="Google Shape;13395;p33"/>
            <p:cNvSpPr/>
            <p:nvPr/>
          </p:nvSpPr>
          <p:spPr>
            <a:xfrm>
              <a:off x="8973240" y="725198"/>
              <a:ext cx="183278" cy="135836"/>
            </a:xfrm>
            <a:custGeom>
              <a:avLst/>
              <a:gdLst/>
              <a:ahLst/>
              <a:cxnLst/>
              <a:rect l="l" t="t" r="r" b="b"/>
              <a:pathLst>
                <a:path w="2994" h="2219" extrusionOk="0">
                  <a:moveTo>
                    <a:pt x="2778" y="1"/>
                  </a:moveTo>
                  <a:lnTo>
                    <a:pt x="2993" y="324"/>
                  </a:lnTo>
                  <a:lnTo>
                    <a:pt x="215" y="2219"/>
                  </a:lnTo>
                  <a:lnTo>
                    <a:pt x="0" y="191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6" name="Google Shape;13396;p33"/>
            <p:cNvSpPr/>
            <p:nvPr/>
          </p:nvSpPr>
          <p:spPr>
            <a:xfrm>
              <a:off x="8705612" y="867582"/>
              <a:ext cx="268979" cy="222823"/>
            </a:xfrm>
            <a:custGeom>
              <a:avLst/>
              <a:gdLst/>
              <a:ahLst/>
              <a:cxnLst/>
              <a:rect l="l" t="t" r="r" b="b"/>
              <a:pathLst>
                <a:path w="4394" h="3640" extrusionOk="0">
                  <a:moveTo>
                    <a:pt x="1" y="969"/>
                  </a:moveTo>
                  <a:lnTo>
                    <a:pt x="324" y="0"/>
                  </a:lnTo>
                  <a:lnTo>
                    <a:pt x="4394" y="1400"/>
                  </a:lnTo>
                  <a:lnTo>
                    <a:pt x="3704" y="3446"/>
                  </a:lnTo>
                  <a:cubicBezTo>
                    <a:pt x="2132" y="3640"/>
                    <a:pt x="625" y="2714"/>
                    <a:pt x="87" y="1249"/>
                  </a:cubicBezTo>
                  <a:cubicBezTo>
                    <a:pt x="44" y="1142"/>
                    <a:pt x="22" y="1056"/>
                    <a:pt x="1" y="96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7" name="Google Shape;13397;p33"/>
            <p:cNvSpPr/>
            <p:nvPr/>
          </p:nvSpPr>
          <p:spPr>
            <a:xfrm>
              <a:off x="8592243" y="1404066"/>
              <a:ext cx="313788" cy="283487"/>
            </a:xfrm>
            <a:custGeom>
              <a:avLst/>
              <a:gdLst/>
              <a:ahLst/>
              <a:cxnLst/>
              <a:rect l="l" t="t" r="r" b="b"/>
              <a:pathLst>
                <a:path w="5126" h="4631" extrusionOk="0">
                  <a:moveTo>
                    <a:pt x="1" y="4394"/>
                  </a:moveTo>
                  <a:lnTo>
                    <a:pt x="2908" y="1"/>
                  </a:lnTo>
                  <a:lnTo>
                    <a:pt x="5126" y="281"/>
                  </a:lnTo>
                  <a:lnTo>
                    <a:pt x="4997" y="1185"/>
                  </a:lnTo>
                  <a:lnTo>
                    <a:pt x="496" y="46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8" name="Google Shape;13398;p33"/>
            <p:cNvSpPr/>
            <p:nvPr/>
          </p:nvSpPr>
          <p:spPr>
            <a:xfrm>
              <a:off x="8840099" y="1193182"/>
              <a:ext cx="119981" cy="311156"/>
            </a:xfrm>
            <a:custGeom>
              <a:avLst/>
              <a:gdLst/>
              <a:ahLst/>
              <a:cxnLst/>
              <a:rect l="l" t="t" r="r" b="b"/>
              <a:pathLst>
                <a:path w="1960" h="5083" extrusionOk="0">
                  <a:moveTo>
                    <a:pt x="1400" y="4458"/>
                  </a:moveTo>
                  <a:lnTo>
                    <a:pt x="1917" y="819"/>
                  </a:lnTo>
                  <a:cubicBezTo>
                    <a:pt x="1960" y="453"/>
                    <a:pt x="1701" y="108"/>
                    <a:pt x="1335" y="65"/>
                  </a:cubicBezTo>
                  <a:lnTo>
                    <a:pt x="1335" y="65"/>
                  </a:lnTo>
                  <a:cubicBezTo>
                    <a:pt x="969" y="0"/>
                    <a:pt x="625" y="259"/>
                    <a:pt x="560" y="646"/>
                  </a:cubicBezTo>
                  <a:lnTo>
                    <a:pt x="43" y="4264"/>
                  </a:lnTo>
                  <a:cubicBezTo>
                    <a:pt x="0" y="4630"/>
                    <a:pt x="259" y="4975"/>
                    <a:pt x="625" y="5039"/>
                  </a:cubicBezTo>
                  <a:lnTo>
                    <a:pt x="625" y="5039"/>
                  </a:lnTo>
                  <a:cubicBezTo>
                    <a:pt x="991" y="5082"/>
                    <a:pt x="1335" y="4824"/>
                    <a:pt x="1400" y="44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9" name="Google Shape;13399;p33"/>
            <p:cNvSpPr/>
            <p:nvPr/>
          </p:nvSpPr>
          <p:spPr>
            <a:xfrm>
              <a:off x="8746503" y="1178674"/>
              <a:ext cx="119981" cy="309870"/>
            </a:xfrm>
            <a:custGeom>
              <a:avLst/>
              <a:gdLst/>
              <a:ahLst/>
              <a:cxnLst/>
              <a:rect l="l" t="t" r="r" b="b"/>
              <a:pathLst>
                <a:path w="1960" h="5062" extrusionOk="0">
                  <a:moveTo>
                    <a:pt x="1400" y="4437"/>
                  </a:moveTo>
                  <a:lnTo>
                    <a:pt x="1917" y="819"/>
                  </a:lnTo>
                  <a:cubicBezTo>
                    <a:pt x="1960" y="431"/>
                    <a:pt x="1701" y="108"/>
                    <a:pt x="1335" y="44"/>
                  </a:cubicBezTo>
                  <a:lnTo>
                    <a:pt x="1335" y="44"/>
                  </a:lnTo>
                  <a:cubicBezTo>
                    <a:pt x="969" y="0"/>
                    <a:pt x="625" y="259"/>
                    <a:pt x="560" y="625"/>
                  </a:cubicBezTo>
                  <a:lnTo>
                    <a:pt x="43" y="4264"/>
                  </a:lnTo>
                  <a:cubicBezTo>
                    <a:pt x="0" y="4630"/>
                    <a:pt x="259" y="4975"/>
                    <a:pt x="625" y="5018"/>
                  </a:cubicBezTo>
                  <a:lnTo>
                    <a:pt x="625" y="5018"/>
                  </a:lnTo>
                  <a:cubicBezTo>
                    <a:pt x="991" y="5061"/>
                    <a:pt x="1335" y="4803"/>
                    <a:pt x="1400" y="443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0" name="Google Shape;13400;p33"/>
            <p:cNvSpPr/>
            <p:nvPr/>
          </p:nvSpPr>
          <p:spPr>
            <a:xfrm>
              <a:off x="8466999" y="1104850"/>
              <a:ext cx="475947" cy="382349"/>
            </a:xfrm>
            <a:custGeom>
              <a:avLst/>
              <a:gdLst/>
              <a:ahLst/>
              <a:cxnLst/>
              <a:rect l="l" t="t" r="r" b="b"/>
              <a:pathLst>
                <a:path w="7775" h="6246" extrusionOk="0">
                  <a:moveTo>
                    <a:pt x="87" y="3511"/>
                  </a:moveTo>
                  <a:cubicBezTo>
                    <a:pt x="195" y="3188"/>
                    <a:pt x="625" y="3166"/>
                    <a:pt x="776" y="3468"/>
                  </a:cubicBezTo>
                  <a:cubicBezTo>
                    <a:pt x="927" y="3769"/>
                    <a:pt x="625" y="4092"/>
                    <a:pt x="302" y="3984"/>
                  </a:cubicBezTo>
                  <a:cubicBezTo>
                    <a:pt x="109" y="3920"/>
                    <a:pt x="1" y="3704"/>
                    <a:pt x="87" y="3511"/>
                  </a:cubicBezTo>
                  <a:close/>
                  <a:moveTo>
                    <a:pt x="1874" y="345"/>
                  </a:moveTo>
                  <a:cubicBezTo>
                    <a:pt x="2004" y="44"/>
                    <a:pt x="2434" y="1"/>
                    <a:pt x="2585" y="302"/>
                  </a:cubicBezTo>
                  <a:cubicBezTo>
                    <a:pt x="2714" y="604"/>
                    <a:pt x="2434" y="948"/>
                    <a:pt x="2111" y="840"/>
                  </a:cubicBezTo>
                  <a:cubicBezTo>
                    <a:pt x="1917" y="754"/>
                    <a:pt x="1810" y="539"/>
                    <a:pt x="1874" y="345"/>
                  </a:cubicBezTo>
                  <a:close/>
                  <a:moveTo>
                    <a:pt x="3231" y="1077"/>
                  </a:moveTo>
                  <a:cubicBezTo>
                    <a:pt x="3339" y="754"/>
                    <a:pt x="3769" y="733"/>
                    <a:pt x="3920" y="1034"/>
                  </a:cubicBezTo>
                  <a:cubicBezTo>
                    <a:pt x="4071" y="1336"/>
                    <a:pt x="3769" y="1659"/>
                    <a:pt x="3468" y="1551"/>
                  </a:cubicBezTo>
                  <a:cubicBezTo>
                    <a:pt x="3274" y="1486"/>
                    <a:pt x="3166" y="1271"/>
                    <a:pt x="3231" y="1077"/>
                  </a:cubicBezTo>
                  <a:close/>
                  <a:moveTo>
                    <a:pt x="6160" y="2068"/>
                  </a:moveTo>
                  <a:cubicBezTo>
                    <a:pt x="6267" y="1766"/>
                    <a:pt x="5944" y="1465"/>
                    <a:pt x="5643" y="1616"/>
                  </a:cubicBezTo>
                  <a:cubicBezTo>
                    <a:pt x="5341" y="1766"/>
                    <a:pt x="5363" y="2197"/>
                    <a:pt x="5686" y="2305"/>
                  </a:cubicBezTo>
                  <a:cubicBezTo>
                    <a:pt x="5880" y="2369"/>
                    <a:pt x="6095" y="2283"/>
                    <a:pt x="6160" y="2068"/>
                  </a:cubicBezTo>
                  <a:close/>
                  <a:moveTo>
                    <a:pt x="7667" y="2348"/>
                  </a:moveTo>
                  <a:cubicBezTo>
                    <a:pt x="7775" y="2025"/>
                    <a:pt x="7452" y="1745"/>
                    <a:pt x="7150" y="1874"/>
                  </a:cubicBezTo>
                  <a:cubicBezTo>
                    <a:pt x="6849" y="2025"/>
                    <a:pt x="6870" y="2477"/>
                    <a:pt x="7193" y="2585"/>
                  </a:cubicBezTo>
                  <a:cubicBezTo>
                    <a:pt x="7387" y="2649"/>
                    <a:pt x="7602" y="2542"/>
                    <a:pt x="7667" y="2348"/>
                  </a:cubicBezTo>
                  <a:close/>
                  <a:moveTo>
                    <a:pt x="7150" y="5944"/>
                  </a:moveTo>
                  <a:cubicBezTo>
                    <a:pt x="7258" y="5621"/>
                    <a:pt x="6935" y="5341"/>
                    <a:pt x="6633" y="5470"/>
                  </a:cubicBezTo>
                  <a:cubicBezTo>
                    <a:pt x="6332" y="5621"/>
                    <a:pt x="6354" y="6073"/>
                    <a:pt x="6677" y="6181"/>
                  </a:cubicBezTo>
                  <a:cubicBezTo>
                    <a:pt x="6870" y="6245"/>
                    <a:pt x="7086" y="6138"/>
                    <a:pt x="7150" y="5944"/>
                  </a:cubicBezTo>
                  <a:close/>
                  <a:moveTo>
                    <a:pt x="5664" y="5664"/>
                  </a:moveTo>
                  <a:cubicBezTo>
                    <a:pt x="5772" y="5363"/>
                    <a:pt x="5428" y="5061"/>
                    <a:pt x="5126" y="5212"/>
                  </a:cubicBezTo>
                  <a:cubicBezTo>
                    <a:pt x="4825" y="5363"/>
                    <a:pt x="4868" y="5793"/>
                    <a:pt x="5169" y="5901"/>
                  </a:cubicBezTo>
                  <a:cubicBezTo>
                    <a:pt x="5384" y="5966"/>
                    <a:pt x="5578" y="5858"/>
                    <a:pt x="5664" y="5664"/>
                  </a:cubicBezTo>
                  <a:close/>
                  <a:moveTo>
                    <a:pt x="1422" y="4221"/>
                  </a:moveTo>
                  <a:cubicBezTo>
                    <a:pt x="1594" y="3748"/>
                    <a:pt x="2305" y="3984"/>
                    <a:pt x="2133" y="4458"/>
                  </a:cubicBezTo>
                  <a:cubicBezTo>
                    <a:pt x="1982" y="4932"/>
                    <a:pt x="1250" y="4695"/>
                    <a:pt x="1422" y="422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1" name="Google Shape;13401;p33"/>
            <p:cNvSpPr/>
            <p:nvPr/>
          </p:nvSpPr>
          <p:spPr>
            <a:xfrm>
              <a:off x="8473610" y="1114093"/>
              <a:ext cx="464071" cy="371759"/>
            </a:xfrm>
            <a:custGeom>
              <a:avLst/>
              <a:gdLst/>
              <a:ahLst/>
              <a:cxnLst/>
              <a:rect l="l" t="t" r="r" b="b"/>
              <a:pathLst>
                <a:path w="7581" h="6073" extrusionOk="0">
                  <a:moveTo>
                    <a:pt x="690" y="3360"/>
                  </a:moveTo>
                  <a:cubicBezTo>
                    <a:pt x="711" y="3424"/>
                    <a:pt x="711" y="3510"/>
                    <a:pt x="690" y="3597"/>
                  </a:cubicBezTo>
                  <a:cubicBezTo>
                    <a:pt x="604" y="3790"/>
                    <a:pt x="388" y="3898"/>
                    <a:pt x="194" y="3833"/>
                  </a:cubicBezTo>
                  <a:cubicBezTo>
                    <a:pt x="130" y="3812"/>
                    <a:pt x="65" y="3769"/>
                    <a:pt x="22" y="3704"/>
                  </a:cubicBezTo>
                  <a:cubicBezTo>
                    <a:pt x="1" y="3618"/>
                    <a:pt x="1" y="3532"/>
                    <a:pt x="22" y="3467"/>
                  </a:cubicBezTo>
                  <a:cubicBezTo>
                    <a:pt x="87" y="3252"/>
                    <a:pt x="302" y="3166"/>
                    <a:pt x="496" y="3230"/>
                  </a:cubicBezTo>
                  <a:cubicBezTo>
                    <a:pt x="582" y="3252"/>
                    <a:pt x="625" y="3295"/>
                    <a:pt x="668" y="3360"/>
                  </a:cubicBezTo>
                  <a:close/>
                  <a:moveTo>
                    <a:pt x="1831" y="302"/>
                  </a:moveTo>
                  <a:cubicBezTo>
                    <a:pt x="1896" y="108"/>
                    <a:pt x="2111" y="0"/>
                    <a:pt x="2305" y="65"/>
                  </a:cubicBezTo>
                  <a:cubicBezTo>
                    <a:pt x="2391" y="86"/>
                    <a:pt x="2434" y="130"/>
                    <a:pt x="2477" y="194"/>
                  </a:cubicBezTo>
                  <a:cubicBezTo>
                    <a:pt x="2520" y="280"/>
                    <a:pt x="2520" y="366"/>
                    <a:pt x="2477" y="453"/>
                  </a:cubicBezTo>
                  <a:cubicBezTo>
                    <a:pt x="2412" y="646"/>
                    <a:pt x="2197" y="754"/>
                    <a:pt x="2003" y="689"/>
                  </a:cubicBezTo>
                  <a:cubicBezTo>
                    <a:pt x="1939" y="668"/>
                    <a:pt x="1874" y="625"/>
                    <a:pt x="1831" y="560"/>
                  </a:cubicBezTo>
                  <a:cubicBezTo>
                    <a:pt x="1809" y="474"/>
                    <a:pt x="1809" y="388"/>
                    <a:pt x="1831" y="302"/>
                  </a:cubicBezTo>
                  <a:close/>
                  <a:moveTo>
                    <a:pt x="3188" y="1034"/>
                  </a:moveTo>
                  <a:cubicBezTo>
                    <a:pt x="3252" y="819"/>
                    <a:pt x="3468" y="711"/>
                    <a:pt x="3661" y="797"/>
                  </a:cubicBezTo>
                  <a:cubicBezTo>
                    <a:pt x="3726" y="819"/>
                    <a:pt x="3791" y="862"/>
                    <a:pt x="3834" y="905"/>
                  </a:cubicBezTo>
                  <a:cubicBezTo>
                    <a:pt x="3855" y="991"/>
                    <a:pt x="3855" y="1077"/>
                    <a:pt x="3834" y="1163"/>
                  </a:cubicBezTo>
                  <a:cubicBezTo>
                    <a:pt x="3769" y="1357"/>
                    <a:pt x="3554" y="1465"/>
                    <a:pt x="3360" y="1400"/>
                  </a:cubicBezTo>
                  <a:cubicBezTo>
                    <a:pt x="3274" y="1378"/>
                    <a:pt x="3231" y="1335"/>
                    <a:pt x="3188" y="1271"/>
                  </a:cubicBezTo>
                  <a:cubicBezTo>
                    <a:pt x="3145" y="1185"/>
                    <a:pt x="3145" y="1099"/>
                    <a:pt x="3188" y="1034"/>
                  </a:cubicBezTo>
                  <a:close/>
                  <a:moveTo>
                    <a:pt x="6052" y="1680"/>
                  </a:moveTo>
                  <a:cubicBezTo>
                    <a:pt x="6009" y="1615"/>
                    <a:pt x="5944" y="1572"/>
                    <a:pt x="5879" y="1551"/>
                  </a:cubicBezTo>
                  <a:cubicBezTo>
                    <a:pt x="5578" y="1465"/>
                    <a:pt x="5298" y="1745"/>
                    <a:pt x="5406" y="2046"/>
                  </a:cubicBezTo>
                  <a:cubicBezTo>
                    <a:pt x="5449" y="2089"/>
                    <a:pt x="5513" y="2132"/>
                    <a:pt x="5578" y="2154"/>
                  </a:cubicBezTo>
                  <a:cubicBezTo>
                    <a:pt x="5772" y="2218"/>
                    <a:pt x="5987" y="2132"/>
                    <a:pt x="6052" y="1917"/>
                  </a:cubicBezTo>
                  <a:cubicBezTo>
                    <a:pt x="6095" y="1852"/>
                    <a:pt x="6095" y="1766"/>
                    <a:pt x="6052" y="1680"/>
                  </a:cubicBezTo>
                  <a:close/>
                  <a:moveTo>
                    <a:pt x="7559" y="1938"/>
                  </a:moveTo>
                  <a:cubicBezTo>
                    <a:pt x="7516" y="1895"/>
                    <a:pt x="7451" y="1852"/>
                    <a:pt x="7387" y="1831"/>
                  </a:cubicBezTo>
                  <a:cubicBezTo>
                    <a:pt x="7193" y="1745"/>
                    <a:pt x="6978" y="1852"/>
                    <a:pt x="6913" y="2046"/>
                  </a:cubicBezTo>
                  <a:cubicBezTo>
                    <a:pt x="6870" y="2132"/>
                    <a:pt x="6870" y="2218"/>
                    <a:pt x="6913" y="2304"/>
                  </a:cubicBezTo>
                  <a:cubicBezTo>
                    <a:pt x="7085" y="2541"/>
                    <a:pt x="7451" y="2477"/>
                    <a:pt x="7559" y="2197"/>
                  </a:cubicBezTo>
                  <a:cubicBezTo>
                    <a:pt x="7581" y="2111"/>
                    <a:pt x="7581" y="2025"/>
                    <a:pt x="7559" y="1938"/>
                  </a:cubicBezTo>
                  <a:close/>
                  <a:moveTo>
                    <a:pt x="7042" y="5535"/>
                  </a:moveTo>
                  <a:cubicBezTo>
                    <a:pt x="6999" y="5492"/>
                    <a:pt x="6935" y="5448"/>
                    <a:pt x="6870" y="5405"/>
                  </a:cubicBezTo>
                  <a:cubicBezTo>
                    <a:pt x="6590" y="5319"/>
                    <a:pt x="6310" y="5599"/>
                    <a:pt x="6396" y="5879"/>
                  </a:cubicBezTo>
                  <a:cubicBezTo>
                    <a:pt x="6439" y="5944"/>
                    <a:pt x="6504" y="5987"/>
                    <a:pt x="6569" y="6008"/>
                  </a:cubicBezTo>
                  <a:cubicBezTo>
                    <a:pt x="6762" y="6073"/>
                    <a:pt x="6978" y="5965"/>
                    <a:pt x="7042" y="5771"/>
                  </a:cubicBezTo>
                  <a:cubicBezTo>
                    <a:pt x="7085" y="5685"/>
                    <a:pt x="7085" y="5599"/>
                    <a:pt x="7042" y="5513"/>
                  </a:cubicBezTo>
                  <a:close/>
                  <a:moveTo>
                    <a:pt x="5556" y="5276"/>
                  </a:moveTo>
                  <a:cubicBezTo>
                    <a:pt x="5276" y="4953"/>
                    <a:pt x="4760" y="5233"/>
                    <a:pt x="4889" y="5642"/>
                  </a:cubicBezTo>
                  <a:cubicBezTo>
                    <a:pt x="4932" y="5685"/>
                    <a:pt x="4997" y="5728"/>
                    <a:pt x="5061" y="5750"/>
                  </a:cubicBezTo>
                  <a:cubicBezTo>
                    <a:pt x="5276" y="5836"/>
                    <a:pt x="5470" y="5728"/>
                    <a:pt x="5556" y="5513"/>
                  </a:cubicBezTo>
                  <a:cubicBezTo>
                    <a:pt x="5578" y="5448"/>
                    <a:pt x="5578" y="5362"/>
                    <a:pt x="5556" y="5276"/>
                  </a:cubicBezTo>
                  <a:close/>
                  <a:moveTo>
                    <a:pt x="1379" y="4178"/>
                  </a:moveTo>
                  <a:cubicBezTo>
                    <a:pt x="1443" y="3984"/>
                    <a:pt x="1659" y="3876"/>
                    <a:pt x="1853" y="3941"/>
                  </a:cubicBezTo>
                  <a:cubicBezTo>
                    <a:pt x="2025" y="3984"/>
                    <a:pt x="2089" y="4156"/>
                    <a:pt x="2025" y="4307"/>
                  </a:cubicBezTo>
                  <a:cubicBezTo>
                    <a:pt x="1939" y="4609"/>
                    <a:pt x="1551" y="4652"/>
                    <a:pt x="1379" y="4436"/>
                  </a:cubicBezTo>
                  <a:cubicBezTo>
                    <a:pt x="1357" y="4350"/>
                    <a:pt x="1357" y="4264"/>
                    <a:pt x="1379" y="417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2" name="Google Shape;13402;p33"/>
            <p:cNvSpPr/>
            <p:nvPr/>
          </p:nvSpPr>
          <p:spPr>
            <a:xfrm>
              <a:off x="8675311" y="621072"/>
              <a:ext cx="428444" cy="440319"/>
            </a:xfrm>
            <a:custGeom>
              <a:avLst/>
              <a:gdLst/>
              <a:ahLst/>
              <a:cxnLst/>
              <a:rect l="l" t="t" r="r" b="b"/>
              <a:pathLst>
                <a:path w="6999" h="7193" extrusionOk="0">
                  <a:moveTo>
                    <a:pt x="2283" y="883"/>
                  </a:moveTo>
                  <a:cubicBezTo>
                    <a:pt x="4716" y="0"/>
                    <a:pt x="6999" y="2498"/>
                    <a:pt x="5922" y="4846"/>
                  </a:cubicBezTo>
                  <a:cubicBezTo>
                    <a:pt x="4824" y="7193"/>
                    <a:pt x="1443" y="7064"/>
                    <a:pt x="539" y="4630"/>
                  </a:cubicBezTo>
                  <a:cubicBezTo>
                    <a:pt x="0" y="3123"/>
                    <a:pt x="754" y="1443"/>
                    <a:pt x="2283" y="8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3" name="Google Shape;13403;p33"/>
            <p:cNvSpPr/>
            <p:nvPr/>
          </p:nvSpPr>
          <p:spPr>
            <a:xfrm>
              <a:off x="8722752" y="680389"/>
              <a:ext cx="246574" cy="222823"/>
            </a:xfrm>
            <a:custGeom>
              <a:avLst/>
              <a:gdLst/>
              <a:ahLst/>
              <a:cxnLst/>
              <a:rect l="l" t="t" r="r" b="b"/>
              <a:pathLst>
                <a:path w="4028" h="3640" extrusionOk="0">
                  <a:moveTo>
                    <a:pt x="604" y="1551"/>
                  </a:moveTo>
                  <a:cubicBezTo>
                    <a:pt x="1099" y="603"/>
                    <a:pt x="2240" y="259"/>
                    <a:pt x="3166" y="733"/>
                  </a:cubicBezTo>
                  <a:cubicBezTo>
                    <a:pt x="3554" y="926"/>
                    <a:pt x="3855" y="1250"/>
                    <a:pt x="4027" y="1637"/>
                  </a:cubicBezTo>
                  <a:cubicBezTo>
                    <a:pt x="2606" y="1"/>
                    <a:pt x="1" y="1637"/>
                    <a:pt x="840" y="3640"/>
                  </a:cubicBezTo>
                  <a:cubicBezTo>
                    <a:pt x="367" y="3037"/>
                    <a:pt x="259" y="2219"/>
                    <a:pt x="625" y="15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4" name="Google Shape;13404;p33"/>
            <p:cNvSpPr/>
            <p:nvPr/>
          </p:nvSpPr>
          <p:spPr>
            <a:xfrm>
              <a:off x="8745156" y="698875"/>
              <a:ext cx="278222" cy="284772"/>
            </a:xfrm>
            <a:custGeom>
              <a:avLst/>
              <a:gdLst/>
              <a:ahLst/>
              <a:cxnLst/>
              <a:rect l="l" t="t" r="r" b="b"/>
              <a:pathLst>
                <a:path w="4545" h="4652" extrusionOk="0">
                  <a:moveTo>
                    <a:pt x="1486" y="581"/>
                  </a:moveTo>
                  <a:cubicBezTo>
                    <a:pt x="3058" y="0"/>
                    <a:pt x="4544" y="1615"/>
                    <a:pt x="3834" y="3144"/>
                  </a:cubicBezTo>
                  <a:cubicBezTo>
                    <a:pt x="3145" y="4651"/>
                    <a:pt x="948" y="4565"/>
                    <a:pt x="367" y="2993"/>
                  </a:cubicBezTo>
                  <a:cubicBezTo>
                    <a:pt x="1" y="2024"/>
                    <a:pt x="517" y="926"/>
                    <a:pt x="1486" y="5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5" name="Google Shape;13405;p33"/>
            <p:cNvSpPr/>
            <p:nvPr/>
          </p:nvSpPr>
          <p:spPr>
            <a:xfrm>
              <a:off x="9069469" y="51594"/>
              <a:ext cx="829218" cy="676303"/>
            </a:xfrm>
            <a:custGeom>
              <a:avLst/>
              <a:gdLst/>
              <a:ahLst/>
              <a:cxnLst/>
              <a:rect l="l" t="t" r="r" b="b"/>
              <a:pathLst>
                <a:path w="13546" h="11048" extrusionOk="0">
                  <a:moveTo>
                    <a:pt x="0" y="9217"/>
                  </a:moveTo>
                  <a:lnTo>
                    <a:pt x="1249" y="11048"/>
                  </a:lnTo>
                  <a:lnTo>
                    <a:pt x="13545" y="2628"/>
                  </a:lnTo>
                  <a:lnTo>
                    <a:pt x="13545" y="151"/>
                  </a:lnTo>
                  <a:lnTo>
                    <a:pt x="13459" y="1"/>
                  </a:ln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6" name="Google Shape;13406;p33"/>
            <p:cNvSpPr/>
            <p:nvPr/>
          </p:nvSpPr>
          <p:spPr>
            <a:xfrm>
              <a:off x="9085262" y="81895"/>
              <a:ext cx="813425" cy="646002"/>
            </a:xfrm>
            <a:custGeom>
              <a:avLst/>
              <a:gdLst/>
              <a:ahLst/>
              <a:cxnLst/>
              <a:rect l="l" t="t" r="r" b="b"/>
              <a:pathLst>
                <a:path w="13288" h="10553" extrusionOk="0">
                  <a:moveTo>
                    <a:pt x="991" y="10553"/>
                  </a:moveTo>
                  <a:lnTo>
                    <a:pt x="13287" y="2133"/>
                  </a:lnTo>
                  <a:lnTo>
                    <a:pt x="13287" y="1"/>
                  </a:lnTo>
                  <a:lnTo>
                    <a:pt x="0" y="91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7" name="Google Shape;13407;p33"/>
            <p:cNvSpPr/>
            <p:nvPr/>
          </p:nvSpPr>
          <p:spPr>
            <a:xfrm>
              <a:off x="9115563" y="146538"/>
              <a:ext cx="783123" cy="581359"/>
            </a:xfrm>
            <a:custGeom>
              <a:avLst/>
              <a:gdLst/>
              <a:ahLst/>
              <a:cxnLst/>
              <a:rect l="l" t="t" r="r" b="b"/>
              <a:pathLst>
                <a:path w="12793" h="9497" extrusionOk="0">
                  <a:moveTo>
                    <a:pt x="496" y="9497"/>
                  </a:moveTo>
                  <a:lnTo>
                    <a:pt x="12792" y="1077"/>
                  </a:lnTo>
                  <a:lnTo>
                    <a:pt x="12792" y="0"/>
                  </a:lnTo>
                  <a:lnTo>
                    <a:pt x="1" y="8765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8" name="Google Shape;13408;p33"/>
            <p:cNvSpPr/>
            <p:nvPr/>
          </p:nvSpPr>
          <p:spPr>
            <a:xfrm>
              <a:off x="8791312" y="793758"/>
              <a:ext cx="233352" cy="224169"/>
            </a:xfrm>
            <a:custGeom>
              <a:avLst/>
              <a:gdLst/>
              <a:ahLst/>
              <a:cxnLst/>
              <a:rect l="l" t="t" r="r" b="b"/>
              <a:pathLst>
                <a:path w="3812" h="3662" extrusionOk="0">
                  <a:moveTo>
                    <a:pt x="2951" y="0"/>
                  </a:moveTo>
                  <a:cubicBezTo>
                    <a:pt x="3661" y="819"/>
                    <a:pt x="3510" y="2068"/>
                    <a:pt x="2627" y="2692"/>
                  </a:cubicBezTo>
                  <a:cubicBezTo>
                    <a:pt x="1745" y="3317"/>
                    <a:pt x="517" y="3037"/>
                    <a:pt x="0" y="2089"/>
                  </a:cubicBezTo>
                  <a:cubicBezTo>
                    <a:pt x="1314" y="3661"/>
                    <a:pt x="3812" y="2197"/>
                    <a:pt x="3101" y="280"/>
                  </a:cubicBezTo>
                  <a:cubicBezTo>
                    <a:pt x="3058" y="194"/>
                    <a:pt x="3015" y="87"/>
                    <a:pt x="29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9" name="Google Shape;13409;p33"/>
            <p:cNvSpPr/>
            <p:nvPr/>
          </p:nvSpPr>
          <p:spPr>
            <a:xfrm>
              <a:off x="8811075" y="773975"/>
              <a:ext cx="131875" cy="138474"/>
            </a:xfrm>
            <a:custGeom>
              <a:avLst/>
              <a:gdLst/>
              <a:ahLst/>
              <a:cxnLst/>
              <a:rect l="l" t="t" r="r" b="b"/>
              <a:pathLst>
                <a:path w="2197" h="2262" extrusionOk="0">
                  <a:moveTo>
                    <a:pt x="711" y="280"/>
                  </a:moveTo>
                  <a:cubicBezTo>
                    <a:pt x="1486" y="0"/>
                    <a:pt x="2197" y="776"/>
                    <a:pt x="1852" y="1508"/>
                  </a:cubicBezTo>
                  <a:cubicBezTo>
                    <a:pt x="1529" y="2262"/>
                    <a:pt x="453" y="2218"/>
                    <a:pt x="173" y="1443"/>
                  </a:cubicBezTo>
                  <a:cubicBezTo>
                    <a:pt x="0" y="969"/>
                    <a:pt x="237" y="453"/>
                    <a:pt x="711" y="28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0" name="Google Shape;13410;p33"/>
            <p:cNvSpPr/>
            <p:nvPr/>
          </p:nvSpPr>
          <p:spPr>
            <a:xfrm>
              <a:off x="8832141" y="820141"/>
              <a:ext cx="120043" cy="118696"/>
            </a:xfrm>
            <a:custGeom>
              <a:avLst/>
              <a:gdLst/>
              <a:ahLst/>
              <a:cxnLst/>
              <a:rect l="l" t="t" r="r" b="b"/>
              <a:pathLst>
                <a:path w="1961" h="1939" extrusionOk="0">
                  <a:moveTo>
                    <a:pt x="1444" y="0"/>
                  </a:moveTo>
                  <a:cubicBezTo>
                    <a:pt x="1508" y="65"/>
                    <a:pt x="1551" y="172"/>
                    <a:pt x="1594" y="259"/>
                  </a:cubicBezTo>
                  <a:cubicBezTo>
                    <a:pt x="1960" y="1271"/>
                    <a:pt x="539" y="1938"/>
                    <a:pt x="1" y="1012"/>
                  </a:cubicBezTo>
                  <a:cubicBezTo>
                    <a:pt x="647" y="1744"/>
                    <a:pt x="1853" y="1055"/>
                    <a:pt x="1508" y="129"/>
                  </a:cubicBezTo>
                  <a:cubicBezTo>
                    <a:pt x="1487" y="86"/>
                    <a:pt x="1465" y="43"/>
                    <a:pt x="1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14">
          <a:extLst>
            <a:ext uri="{FF2B5EF4-FFF2-40B4-BE49-F238E27FC236}">
              <a16:creationId xmlns:a16="http://schemas.microsoft.com/office/drawing/2014/main" id="{DEF4973E-2478-59BB-B806-F442466DD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5" name="Google Shape;13415;p34">
            <a:extLst>
              <a:ext uri="{FF2B5EF4-FFF2-40B4-BE49-F238E27FC236}">
                <a16:creationId xmlns:a16="http://schemas.microsoft.com/office/drawing/2014/main" id="{8A8D0D72-2A00-809A-ED5F-018AAED000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649" y="45752"/>
            <a:ext cx="4981800" cy="10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Project Overview</a:t>
            </a:r>
            <a:endParaRPr dirty="0"/>
          </a:p>
        </p:txBody>
      </p:sp>
      <p:sp>
        <p:nvSpPr>
          <p:cNvPr id="13416" name="Google Shape;13416;p34">
            <a:extLst>
              <a:ext uri="{FF2B5EF4-FFF2-40B4-BE49-F238E27FC236}">
                <a16:creationId xmlns:a16="http://schemas.microsoft.com/office/drawing/2014/main" id="{FADBE9CC-03A2-FA04-33FD-C976868691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909" y="911496"/>
            <a:ext cx="4521531" cy="14761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SzPts val="1100"/>
              <a:buNone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</a:p>
          <a:p>
            <a:pPr marL="0" lvl="0" indent="0">
              <a:buSzPts val="110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custom pose controller for the TurtleBot3 Burger that navigates the robot to any desired pose without using the ROS2 Navigation Stack (Nav2).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418" name="Google Shape;13418;p34">
            <a:extLst>
              <a:ext uri="{FF2B5EF4-FFF2-40B4-BE49-F238E27FC236}">
                <a16:creationId xmlns:a16="http://schemas.microsoft.com/office/drawing/2014/main" id="{828D2CBE-1F2E-8659-E73A-C66732B6FCA2}"/>
              </a:ext>
            </a:extLst>
          </p:cNvPr>
          <p:cNvGrpSpPr/>
          <p:nvPr/>
        </p:nvGrpSpPr>
        <p:grpSpPr>
          <a:xfrm>
            <a:off x="4265255" y="4521513"/>
            <a:ext cx="300558" cy="283271"/>
            <a:chOff x="4265255" y="4521513"/>
            <a:chExt cx="300558" cy="283271"/>
          </a:xfrm>
        </p:grpSpPr>
        <p:sp>
          <p:nvSpPr>
            <p:cNvPr id="13419" name="Google Shape;13419;p34">
              <a:extLst>
                <a:ext uri="{FF2B5EF4-FFF2-40B4-BE49-F238E27FC236}">
                  <a16:creationId xmlns:a16="http://schemas.microsoft.com/office/drawing/2014/main" id="{898F75E1-EA38-26C3-5BE6-E73B4688EA0B}"/>
                </a:ext>
              </a:extLst>
            </p:cNvPr>
            <p:cNvSpPr/>
            <p:nvPr/>
          </p:nvSpPr>
          <p:spPr>
            <a:xfrm>
              <a:off x="4265255" y="4521513"/>
              <a:ext cx="300557" cy="283271"/>
            </a:xfrm>
            <a:custGeom>
              <a:avLst/>
              <a:gdLst/>
              <a:ahLst/>
              <a:cxnLst/>
              <a:rect l="l" t="t" r="r" b="b"/>
              <a:pathLst>
                <a:path w="2921" h="2753" extrusionOk="0">
                  <a:moveTo>
                    <a:pt x="450" y="1910"/>
                  </a:moveTo>
                  <a:cubicBezTo>
                    <a:pt x="0" y="955"/>
                    <a:pt x="955" y="1"/>
                    <a:pt x="1910" y="338"/>
                  </a:cubicBezTo>
                  <a:cubicBezTo>
                    <a:pt x="2921" y="731"/>
                    <a:pt x="2921" y="2079"/>
                    <a:pt x="1966" y="2528"/>
                  </a:cubicBezTo>
                  <a:cubicBezTo>
                    <a:pt x="1404" y="2753"/>
                    <a:pt x="730" y="2528"/>
                    <a:pt x="450" y="19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0" name="Google Shape;13420;p34">
              <a:extLst>
                <a:ext uri="{FF2B5EF4-FFF2-40B4-BE49-F238E27FC236}">
                  <a16:creationId xmlns:a16="http://schemas.microsoft.com/office/drawing/2014/main" id="{A38D04F7-C506-2636-3BE5-F941BE256C38}"/>
                </a:ext>
              </a:extLst>
            </p:cNvPr>
            <p:cNvSpPr/>
            <p:nvPr/>
          </p:nvSpPr>
          <p:spPr>
            <a:xfrm>
              <a:off x="4322980" y="4544665"/>
              <a:ext cx="242833" cy="225444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573"/>
                  </a:moveTo>
                  <a:cubicBezTo>
                    <a:pt x="1" y="1124"/>
                    <a:pt x="226" y="618"/>
                    <a:pt x="619" y="450"/>
                  </a:cubicBezTo>
                  <a:cubicBezTo>
                    <a:pt x="1630" y="0"/>
                    <a:pt x="2360" y="1517"/>
                    <a:pt x="1349" y="2022"/>
                  </a:cubicBezTo>
                  <a:cubicBezTo>
                    <a:pt x="900" y="2191"/>
                    <a:pt x="394" y="2022"/>
                    <a:pt x="169" y="15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1" name="Google Shape;13421;p34">
              <a:extLst>
                <a:ext uri="{FF2B5EF4-FFF2-40B4-BE49-F238E27FC236}">
                  <a16:creationId xmlns:a16="http://schemas.microsoft.com/office/drawing/2014/main" id="{92AB30B8-A32D-4FE5-82A2-3539DE28A7EB}"/>
                </a:ext>
              </a:extLst>
            </p:cNvPr>
            <p:cNvSpPr/>
            <p:nvPr/>
          </p:nvSpPr>
          <p:spPr>
            <a:xfrm>
              <a:off x="4328845" y="4590865"/>
              <a:ext cx="167616" cy="179243"/>
            </a:xfrm>
            <a:custGeom>
              <a:avLst/>
              <a:gdLst/>
              <a:ahLst/>
              <a:cxnLst/>
              <a:rect l="l" t="t" r="r" b="b"/>
              <a:pathLst>
                <a:path w="1629" h="1742" extrusionOk="0">
                  <a:moveTo>
                    <a:pt x="112" y="1124"/>
                  </a:moveTo>
                  <a:cubicBezTo>
                    <a:pt x="0" y="843"/>
                    <a:pt x="56" y="562"/>
                    <a:pt x="225" y="281"/>
                  </a:cubicBezTo>
                  <a:cubicBezTo>
                    <a:pt x="281" y="225"/>
                    <a:pt x="337" y="169"/>
                    <a:pt x="449" y="169"/>
                  </a:cubicBezTo>
                  <a:cubicBezTo>
                    <a:pt x="843" y="1"/>
                    <a:pt x="1348" y="169"/>
                    <a:pt x="1517" y="562"/>
                  </a:cubicBezTo>
                  <a:cubicBezTo>
                    <a:pt x="1629" y="843"/>
                    <a:pt x="1629" y="1124"/>
                    <a:pt x="1460" y="1405"/>
                  </a:cubicBezTo>
                  <a:cubicBezTo>
                    <a:pt x="1404" y="1461"/>
                    <a:pt x="1292" y="1517"/>
                    <a:pt x="1236" y="1573"/>
                  </a:cubicBezTo>
                  <a:cubicBezTo>
                    <a:pt x="786" y="1742"/>
                    <a:pt x="337" y="1517"/>
                    <a:pt x="112" y="11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2" name="Google Shape;13422;p34">
              <a:extLst>
                <a:ext uri="{FF2B5EF4-FFF2-40B4-BE49-F238E27FC236}">
                  <a16:creationId xmlns:a16="http://schemas.microsoft.com/office/drawing/2014/main" id="{7EA223A4-518B-F32B-05C3-EAF5B3D70586}"/>
                </a:ext>
              </a:extLst>
            </p:cNvPr>
            <p:cNvSpPr/>
            <p:nvPr/>
          </p:nvSpPr>
          <p:spPr>
            <a:xfrm>
              <a:off x="4357656" y="4619779"/>
              <a:ext cx="115757" cy="109892"/>
            </a:xfrm>
            <a:custGeom>
              <a:avLst/>
              <a:gdLst/>
              <a:ahLst/>
              <a:cxnLst/>
              <a:rect l="l" t="t" r="r" b="b"/>
              <a:pathLst>
                <a:path w="1125" h="1068" extrusionOk="0">
                  <a:moveTo>
                    <a:pt x="563" y="1068"/>
                  </a:moveTo>
                  <a:cubicBezTo>
                    <a:pt x="226" y="1011"/>
                    <a:pt x="1" y="674"/>
                    <a:pt x="57" y="337"/>
                  </a:cubicBezTo>
                  <a:cubicBezTo>
                    <a:pt x="57" y="225"/>
                    <a:pt x="113" y="113"/>
                    <a:pt x="226" y="0"/>
                  </a:cubicBezTo>
                  <a:cubicBezTo>
                    <a:pt x="169" y="57"/>
                    <a:pt x="169" y="169"/>
                    <a:pt x="113" y="225"/>
                  </a:cubicBezTo>
                  <a:cubicBezTo>
                    <a:pt x="57" y="562"/>
                    <a:pt x="282" y="899"/>
                    <a:pt x="675" y="955"/>
                  </a:cubicBezTo>
                  <a:cubicBezTo>
                    <a:pt x="843" y="955"/>
                    <a:pt x="1012" y="899"/>
                    <a:pt x="1124" y="787"/>
                  </a:cubicBezTo>
                  <a:cubicBezTo>
                    <a:pt x="1012" y="955"/>
                    <a:pt x="787" y="1068"/>
                    <a:pt x="563" y="1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23" name="Google Shape;13423;p34">
            <a:extLst>
              <a:ext uri="{FF2B5EF4-FFF2-40B4-BE49-F238E27FC236}">
                <a16:creationId xmlns:a16="http://schemas.microsoft.com/office/drawing/2014/main" id="{1FDD25A4-422A-3165-387B-05F67FA371CD}"/>
              </a:ext>
            </a:extLst>
          </p:cNvPr>
          <p:cNvGrpSpPr/>
          <p:nvPr/>
        </p:nvGrpSpPr>
        <p:grpSpPr>
          <a:xfrm>
            <a:off x="5177919" y="4475313"/>
            <a:ext cx="156092" cy="306422"/>
            <a:chOff x="474406" y="2974600"/>
            <a:chExt cx="106759" cy="209577"/>
          </a:xfrm>
        </p:grpSpPr>
        <p:sp>
          <p:nvSpPr>
            <p:cNvPr id="13424" name="Google Shape;13424;p34">
              <a:extLst>
                <a:ext uri="{FF2B5EF4-FFF2-40B4-BE49-F238E27FC236}">
                  <a16:creationId xmlns:a16="http://schemas.microsoft.com/office/drawing/2014/main" id="{7F3A75F1-9A10-5534-FBF2-E304E85835CA}"/>
                </a:ext>
              </a:extLst>
            </p:cNvPr>
            <p:cNvSpPr/>
            <p:nvPr/>
          </p:nvSpPr>
          <p:spPr>
            <a:xfrm>
              <a:off x="474406" y="2974600"/>
              <a:ext cx="106759" cy="209577"/>
            </a:xfrm>
            <a:custGeom>
              <a:avLst/>
              <a:gdLst/>
              <a:ahLst/>
              <a:cxnLst/>
              <a:rect l="l" t="t" r="r" b="b"/>
              <a:pathLst>
                <a:path w="1517" h="2978" extrusionOk="0">
                  <a:moveTo>
                    <a:pt x="1517" y="2977"/>
                  </a:moveTo>
                  <a:lnTo>
                    <a:pt x="0" y="2977"/>
                  </a:lnTo>
                  <a:lnTo>
                    <a:pt x="0" y="731"/>
                  </a:lnTo>
                  <a:cubicBezTo>
                    <a:pt x="0" y="0"/>
                    <a:pt x="1517" y="0"/>
                    <a:pt x="1517" y="7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5" name="Google Shape;13425;p34">
              <a:extLst>
                <a:ext uri="{FF2B5EF4-FFF2-40B4-BE49-F238E27FC236}">
                  <a16:creationId xmlns:a16="http://schemas.microsoft.com/office/drawing/2014/main" id="{854FDCFE-7E6D-FCD0-3B94-CEFC9A82642E}"/>
                </a:ext>
              </a:extLst>
            </p:cNvPr>
            <p:cNvSpPr/>
            <p:nvPr/>
          </p:nvSpPr>
          <p:spPr>
            <a:xfrm>
              <a:off x="474406" y="2982482"/>
              <a:ext cx="98877" cy="201695"/>
            </a:xfrm>
            <a:custGeom>
              <a:avLst/>
              <a:gdLst/>
              <a:ahLst/>
              <a:cxnLst/>
              <a:rect l="l" t="t" r="r" b="b"/>
              <a:pathLst>
                <a:path w="1405" h="2866" extrusionOk="0">
                  <a:moveTo>
                    <a:pt x="1405" y="2865"/>
                  </a:moveTo>
                  <a:lnTo>
                    <a:pt x="0" y="2865"/>
                  </a:lnTo>
                  <a:lnTo>
                    <a:pt x="0" y="619"/>
                  </a:lnTo>
                  <a:cubicBezTo>
                    <a:pt x="0" y="506"/>
                    <a:pt x="57" y="338"/>
                    <a:pt x="169" y="282"/>
                  </a:cubicBezTo>
                  <a:cubicBezTo>
                    <a:pt x="618" y="1"/>
                    <a:pt x="1405" y="169"/>
                    <a:pt x="1405" y="675"/>
                  </a:cubicBezTo>
                  <a:lnTo>
                    <a:pt x="1405" y="2865"/>
                  </a:lnTo>
                  <a:close/>
                </a:path>
              </a:pathLst>
            </a:custGeom>
            <a:solidFill>
              <a:srgbClr val="7A7A7A">
                <a:alpha val="60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6" name="Google Shape;13426;p34">
              <a:extLst>
                <a:ext uri="{FF2B5EF4-FFF2-40B4-BE49-F238E27FC236}">
                  <a16:creationId xmlns:a16="http://schemas.microsoft.com/office/drawing/2014/main" id="{DB992728-6CE5-5857-63EA-04F16DFB8103}"/>
                </a:ext>
              </a:extLst>
            </p:cNvPr>
            <p:cNvSpPr/>
            <p:nvPr/>
          </p:nvSpPr>
          <p:spPr>
            <a:xfrm>
              <a:off x="482288" y="3014151"/>
              <a:ext cx="83113" cy="98877"/>
            </a:xfrm>
            <a:custGeom>
              <a:avLst/>
              <a:gdLst/>
              <a:ahLst/>
              <a:cxnLst/>
              <a:rect l="l" t="t" r="r" b="b"/>
              <a:pathLst>
                <a:path w="1181" h="1405" extrusionOk="0">
                  <a:moveTo>
                    <a:pt x="1068" y="618"/>
                  </a:moveTo>
                  <a:cubicBezTo>
                    <a:pt x="1180" y="1404"/>
                    <a:pt x="1" y="1404"/>
                    <a:pt x="57" y="618"/>
                  </a:cubicBezTo>
                  <a:cubicBezTo>
                    <a:pt x="169" y="0"/>
                    <a:pt x="1012" y="0"/>
                    <a:pt x="1068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7" name="Google Shape;13427;p34">
              <a:extLst>
                <a:ext uri="{FF2B5EF4-FFF2-40B4-BE49-F238E27FC236}">
                  <a16:creationId xmlns:a16="http://schemas.microsoft.com/office/drawing/2014/main" id="{400070F7-DABA-355F-D519-92E1728304EC}"/>
                </a:ext>
              </a:extLst>
            </p:cNvPr>
            <p:cNvSpPr/>
            <p:nvPr/>
          </p:nvSpPr>
          <p:spPr>
            <a:xfrm>
              <a:off x="482288" y="3029915"/>
              <a:ext cx="79172" cy="59397"/>
            </a:xfrm>
            <a:custGeom>
              <a:avLst/>
              <a:gdLst/>
              <a:ahLst/>
              <a:cxnLst/>
              <a:rect l="l" t="t" r="r" b="b"/>
              <a:pathLst>
                <a:path w="1125" h="844" extrusionOk="0">
                  <a:moveTo>
                    <a:pt x="225" y="57"/>
                  </a:moveTo>
                  <a:cubicBezTo>
                    <a:pt x="338" y="1"/>
                    <a:pt x="394" y="1"/>
                    <a:pt x="506" y="1"/>
                  </a:cubicBezTo>
                  <a:cubicBezTo>
                    <a:pt x="899" y="1"/>
                    <a:pt x="1124" y="450"/>
                    <a:pt x="956" y="787"/>
                  </a:cubicBezTo>
                  <a:cubicBezTo>
                    <a:pt x="843" y="843"/>
                    <a:pt x="787" y="843"/>
                    <a:pt x="675" y="843"/>
                  </a:cubicBezTo>
                  <a:cubicBezTo>
                    <a:pt x="282" y="843"/>
                    <a:pt x="1" y="394"/>
                    <a:pt x="225" y="57"/>
                  </a:cubicBezTo>
                  <a:close/>
                </a:path>
              </a:pathLst>
            </a:custGeom>
            <a:solidFill>
              <a:srgbClr val="7A7A7A">
                <a:alpha val="60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28" name="Google Shape;13428;p34">
            <a:extLst>
              <a:ext uri="{FF2B5EF4-FFF2-40B4-BE49-F238E27FC236}">
                <a16:creationId xmlns:a16="http://schemas.microsoft.com/office/drawing/2014/main" id="{4578FA09-BA7E-7290-26F9-8DDE3F4ABC90}"/>
              </a:ext>
            </a:extLst>
          </p:cNvPr>
          <p:cNvGrpSpPr/>
          <p:nvPr/>
        </p:nvGrpSpPr>
        <p:grpSpPr>
          <a:xfrm rot="-2381116">
            <a:off x="7517494" y="-570913"/>
            <a:ext cx="2137648" cy="2023018"/>
            <a:chOff x="7264558" y="158760"/>
            <a:chExt cx="2580234" cy="2405871"/>
          </a:xfrm>
        </p:grpSpPr>
        <p:sp>
          <p:nvSpPr>
            <p:cNvPr id="13429" name="Google Shape;13429;p34">
              <a:extLst>
                <a:ext uri="{FF2B5EF4-FFF2-40B4-BE49-F238E27FC236}">
                  <a16:creationId xmlns:a16="http://schemas.microsoft.com/office/drawing/2014/main" id="{F9F207BB-BE7F-1EF0-56C7-C15CC484B26C}"/>
                </a:ext>
              </a:extLst>
            </p:cNvPr>
            <p:cNvSpPr/>
            <p:nvPr/>
          </p:nvSpPr>
          <p:spPr>
            <a:xfrm rot="923072" flipH="1">
              <a:off x="8757029" y="1390196"/>
              <a:ext cx="963666" cy="1065701"/>
            </a:xfrm>
            <a:custGeom>
              <a:avLst/>
              <a:gdLst/>
              <a:ahLst/>
              <a:cxnLst/>
              <a:rect l="l" t="t" r="r" b="b"/>
              <a:pathLst>
                <a:path w="14450" h="15980" extrusionOk="0">
                  <a:moveTo>
                    <a:pt x="14450" y="4114"/>
                  </a:moveTo>
                  <a:lnTo>
                    <a:pt x="9238" y="1"/>
                  </a:lnTo>
                  <a:lnTo>
                    <a:pt x="0" y="11888"/>
                  </a:lnTo>
                  <a:lnTo>
                    <a:pt x="5190" y="159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0" name="Google Shape;13430;p34">
              <a:extLst>
                <a:ext uri="{FF2B5EF4-FFF2-40B4-BE49-F238E27FC236}">
                  <a16:creationId xmlns:a16="http://schemas.microsoft.com/office/drawing/2014/main" id="{208C3221-1749-6165-C232-6B965514123A}"/>
                </a:ext>
              </a:extLst>
            </p:cNvPr>
            <p:cNvSpPr/>
            <p:nvPr/>
          </p:nvSpPr>
          <p:spPr>
            <a:xfrm rot="923072" flipH="1">
              <a:off x="8758525" y="1432433"/>
              <a:ext cx="906246" cy="1016884"/>
            </a:xfrm>
            <a:custGeom>
              <a:avLst/>
              <a:gdLst/>
              <a:ahLst/>
              <a:cxnLst/>
              <a:rect l="l" t="t" r="r" b="b"/>
              <a:pathLst>
                <a:path w="13589" h="15248" extrusionOk="0">
                  <a:moveTo>
                    <a:pt x="1" y="11759"/>
                  </a:moveTo>
                  <a:lnTo>
                    <a:pt x="4437" y="15247"/>
                  </a:lnTo>
                  <a:lnTo>
                    <a:pt x="13589" y="3511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1" name="Google Shape;13431;p34">
              <a:extLst>
                <a:ext uri="{FF2B5EF4-FFF2-40B4-BE49-F238E27FC236}">
                  <a16:creationId xmlns:a16="http://schemas.microsoft.com/office/drawing/2014/main" id="{F7AEF3F1-2C1F-2610-04FA-721C9313CE96}"/>
                </a:ext>
              </a:extLst>
            </p:cNvPr>
            <p:cNvSpPr/>
            <p:nvPr/>
          </p:nvSpPr>
          <p:spPr>
            <a:xfrm rot="923072" flipH="1">
              <a:off x="8811828" y="1439434"/>
              <a:ext cx="855962" cy="976670"/>
            </a:xfrm>
            <a:custGeom>
              <a:avLst/>
              <a:gdLst/>
              <a:ahLst/>
              <a:cxnLst/>
              <a:rect l="l" t="t" r="r" b="b"/>
              <a:pathLst>
                <a:path w="12835" h="14645" extrusionOk="0">
                  <a:moveTo>
                    <a:pt x="12835" y="2930"/>
                  </a:moveTo>
                  <a:lnTo>
                    <a:pt x="9131" y="1"/>
                  </a:lnTo>
                  <a:lnTo>
                    <a:pt x="0" y="11716"/>
                  </a:lnTo>
                  <a:lnTo>
                    <a:pt x="3726" y="1464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2" name="Google Shape;13432;p34">
              <a:extLst>
                <a:ext uri="{FF2B5EF4-FFF2-40B4-BE49-F238E27FC236}">
                  <a16:creationId xmlns:a16="http://schemas.microsoft.com/office/drawing/2014/main" id="{9C311245-79CA-7516-8407-69C13D5D9303}"/>
                </a:ext>
              </a:extLst>
            </p:cNvPr>
            <p:cNvSpPr/>
            <p:nvPr/>
          </p:nvSpPr>
          <p:spPr>
            <a:xfrm rot="3331772" flipH="1">
              <a:off x="8263789" y="876268"/>
              <a:ext cx="818680" cy="652023"/>
            </a:xfrm>
            <a:custGeom>
              <a:avLst/>
              <a:gdLst/>
              <a:ahLst/>
              <a:cxnLst/>
              <a:rect l="l" t="t" r="r" b="b"/>
              <a:pathLst>
                <a:path w="12276" h="9777" extrusionOk="0">
                  <a:moveTo>
                    <a:pt x="9820" y="9777"/>
                  </a:moveTo>
                  <a:lnTo>
                    <a:pt x="12275" y="5362"/>
                  </a:lnTo>
                  <a:lnTo>
                    <a:pt x="2456" y="0"/>
                  </a:lnTo>
                  <a:lnTo>
                    <a:pt x="1" y="44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3" name="Google Shape;13433;p34">
              <a:extLst>
                <a:ext uri="{FF2B5EF4-FFF2-40B4-BE49-F238E27FC236}">
                  <a16:creationId xmlns:a16="http://schemas.microsoft.com/office/drawing/2014/main" id="{9D269779-3856-D5EF-556E-9790C6C86766}"/>
                </a:ext>
              </a:extLst>
            </p:cNvPr>
            <p:cNvSpPr/>
            <p:nvPr/>
          </p:nvSpPr>
          <p:spPr>
            <a:xfrm rot="3331772" flipH="1">
              <a:off x="8215349" y="830790"/>
              <a:ext cx="789870" cy="613276"/>
            </a:xfrm>
            <a:custGeom>
              <a:avLst/>
              <a:gdLst/>
              <a:ahLst/>
              <a:cxnLst/>
              <a:rect l="l" t="t" r="r" b="b"/>
              <a:pathLst>
                <a:path w="11844" h="9196" extrusionOk="0">
                  <a:moveTo>
                    <a:pt x="11844" y="5534"/>
                  </a:moveTo>
                  <a:lnTo>
                    <a:pt x="2132" y="0"/>
                  </a:lnTo>
                  <a:lnTo>
                    <a:pt x="0" y="3661"/>
                  </a:lnTo>
                  <a:lnTo>
                    <a:pt x="9712" y="9195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4" name="Google Shape;13434;p34">
              <a:extLst>
                <a:ext uri="{FF2B5EF4-FFF2-40B4-BE49-F238E27FC236}">
                  <a16:creationId xmlns:a16="http://schemas.microsoft.com/office/drawing/2014/main" id="{C4578CC5-D094-BECE-9BF4-35F71E12ECEB}"/>
                </a:ext>
              </a:extLst>
            </p:cNvPr>
            <p:cNvSpPr/>
            <p:nvPr/>
          </p:nvSpPr>
          <p:spPr>
            <a:xfrm rot="3331772" flipH="1">
              <a:off x="7454277" y="326969"/>
              <a:ext cx="647755" cy="455289"/>
            </a:xfrm>
            <a:custGeom>
              <a:avLst/>
              <a:gdLst/>
              <a:ahLst/>
              <a:cxnLst/>
              <a:rect l="l" t="t" r="r" b="b"/>
              <a:pathLst>
                <a:path w="9713" h="6827" extrusionOk="0">
                  <a:moveTo>
                    <a:pt x="0" y="4005"/>
                  </a:moveTo>
                  <a:lnTo>
                    <a:pt x="2369" y="0"/>
                  </a:lnTo>
                  <a:lnTo>
                    <a:pt x="7408" y="3532"/>
                  </a:lnTo>
                  <a:lnTo>
                    <a:pt x="9712" y="6374"/>
                  </a:lnTo>
                  <a:lnTo>
                    <a:pt x="9002" y="6826"/>
                  </a:lnTo>
                  <a:lnTo>
                    <a:pt x="6698" y="4005"/>
                  </a:lnTo>
                  <a:lnTo>
                    <a:pt x="3381" y="2046"/>
                  </a:lnTo>
                  <a:lnTo>
                    <a:pt x="1788" y="478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5" name="Google Shape;13435;p34">
              <a:extLst>
                <a:ext uri="{FF2B5EF4-FFF2-40B4-BE49-F238E27FC236}">
                  <a16:creationId xmlns:a16="http://schemas.microsoft.com/office/drawing/2014/main" id="{2A1BE571-5E6D-0384-7D96-C51F33F67EB4}"/>
                </a:ext>
              </a:extLst>
            </p:cNvPr>
            <p:cNvSpPr/>
            <p:nvPr/>
          </p:nvSpPr>
          <p:spPr>
            <a:xfrm rot="3331772" flipH="1">
              <a:off x="7331536" y="611852"/>
              <a:ext cx="619012" cy="488367"/>
            </a:xfrm>
            <a:custGeom>
              <a:avLst/>
              <a:gdLst/>
              <a:ahLst/>
              <a:cxnLst/>
              <a:rect l="l" t="t" r="r" b="b"/>
              <a:pathLst>
                <a:path w="9282" h="7323" extrusionOk="0">
                  <a:moveTo>
                    <a:pt x="2347" y="0"/>
                  </a:moveTo>
                  <a:lnTo>
                    <a:pt x="0" y="4006"/>
                  </a:lnTo>
                  <a:lnTo>
                    <a:pt x="5556" y="6698"/>
                  </a:lnTo>
                  <a:lnTo>
                    <a:pt x="9152" y="7322"/>
                  </a:lnTo>
                  <a:lnTo>
                    <a:pt x="9281" y="6396"/>
                  </a:lnTo>
                  <a:lnTo>
                    <a:pt x="5621" y="5858"/>
                  </a:lnTo>
                  <a:lnTo>
                    <a:pt x="2304" y="3898"/>
                  </a:lnTo>
                  <a:lnTo>
                    <a:pt x="3898" y="11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6" name="Google Shape;13436;p34">
              <a:extLst>
                <a:ext uri="{FF2B5EF4-FFF2-40B4-BE49-F238E27FC236}">
                  <a16:creationId xmlns:a16="http://schemas.microsoft.com/office/drawing/2014/main" id="{03101D48-1681-FAFD-D6D6-22D4FB342EDD}"/>
                </a:ext>
              </a:extLst>
            </p:cNvPr>
            <p:cNvSpPr/>
            <p:nvPr/>
          </p:nvSpPr>
          <p:spPr>
            <a:xfrm rot="3331772" flipH="1">
              <a:off x="7460178" y="331564"/>
              <a:ext cx="623346" cy="425145"/>
            </a:xfrm>
            <a:custGeom>
              <a:avLst/>
              <a:gdLst/>
              <a:ahLst/>
              <a:cxnLst/>
              <a:rect l="l" t="t" r="r" b="b"/>
              <a:pathLst>
                <a:path w="9347" h="6375" extrusionOk="0">
                  <a:moveTo>
                    <a:pt x="2305" y="0"/>
                  </a:moveTo>
                  <a:lnTo>
                    <a:pt x="7042" y="3317"/>
                  </a:lnTo>
                  <a:lnTo>
                    <a:pt x="9346" y="6159"/>
                  </a:lnTo>
                  <a:lnTo>
                    <a:pt x="9002" y="6375"/>
                  </a:lnTo>
                  <a:lnTo>
                    <a:pt x="6676" y="3963"/>
                  </a:lnTo>
                  <a:lnTo>
                    <a:pt x="3360" y="2025"/>
                  </a:lnTo>
                  <a:lnTo>
                    <a:pt x="3338" y="2025"/>
                  </a:lnTo>
                  <a:lnTo>
                    <a:pt x="3015" y="1831"/>
                  </a:lnTo>
                  <a:lnTo>
                    <a:pt x="1422" y="4566"/>
                  </a:lnTo>
                  <a:lnTo>
                    <a:pt x="1" y="394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7" name="Google Shape;13437;p34">
              <a:extLst>
                <a:ext uri="{FF2B5EF4-FFF2-40B4-BE49-F238E27FC236}">
                  <a16:creationId xmlns:a16="http://schemas.microsoft.com/office/drawing/2014/main" id="{54A8A3A3-22F5-B4AD-BAEE-B98EDEFFA57D}"/>
                </a:ext>
              </a:extLst>
            </p:cNvPr>
            <p:cNvSpPr/>
            <p:nvPr/>
          </p:nvSpPr>
          <p:spPr>
            <a:xfrm rot="3331772" flipH="1">
              <a:off x="7335639" y="617739"/>
              <a:ext cx="588868" cy="472562"/>
            </a:xfrm>
            <a:custGeom>
              <a:avLst/>
              <a:gdLst/>
              <a:ahLst/>
              <a:cxnLst/>
              <a:rect l="l" t="t" r="r" b="b"/>
              <a:pathLst>
                <a:path w="8830" h="7086" extrusionOk="0">
                  <a:moveTo>
                    <a:pt x="1" y="3941"/>
                  </a:moveTo>
                  <a:lnTo>
                    <a:pt x="5212" y="6461"/>
                  </a:lnTo>
                  <a:lnTo>
                    <a:pt x="8808" y="7085"/>
                  </a:lnTo>
                  <a:lnTo>
                    <a:pt x="8830" y="6676"/>
                  </a:lnTo>
                  <a:lnTo>
                    <a:pt x="5600" y="5793"/>
                  </a:lnTo>
                  <a:lnTo>
                    <a:pt x="5277" y="5621"/>
                  </a:lnTo>
                  <a:lnTo>
                    <a:pt x="5277" y="5621"/>
                  </a:lnTo>
                  <a:lnTo>
                    <a:pt x="1960" y="3661"/>
                  </a:lnTo>
                  <a:lnTo>
                    <a:pt x="3554" y="926"/>
                  </a:lnTo>
                  <a:lnTo>
                    <a:pt x="2326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8" name="Google Shape;13438;p34">
              <a:extLst>
                <a:ext uri="{FF2B5EF4-FFF2-40B4-BE49-F238E27FC236}">
                  <a16:creationId xmlns:a16="http://schemas.microsoft.com/office/drawing/2014/main" id="{DD5C0805-0B67-2ED2-2F21-75A01A2E9741}"/>
                </a:ext>
              </a:extLst>
            </p:cNvPr>
            <p:cNvSpPr/>
            <p:nvPr/>
          </p:nvSpPr>
          <p:spPr>
            <a:xfrm rot="3331772" flipH="1">
              <a:off x="7910830" y="771890"/>
              <a:ext cx="324644" cy="270026"/>
            </a:xfrm>
            <a:custGeom>
              <a:avLst/>
              <a:gdLst/>
              <a:ahLst/>
              <a:cxnLst/>
              <a:rect l="l" t="t" r="r" b="b"/>
              <a:pathLst>
                <a:path w="4868" h="4049" extrusionOk="0">
                  <a:moveTo>
                    <a:pt x="3769" y="4049"/>
                  </a:moveTo>
                  <a:lnTo>
                    <a:pt x="4867" y="2175"/>
                  </a:lnTo>
                  <a:lnTo>
                    <a:pt x="1099" y="0"/>
                  </a:lnTo>
                  <a:lnTo>
                    <a:pt x="0" y="189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9" name="Google Shape;13439;p34">
              <a:extLst>
                <a:ext uri="{FF2B5EF4-FFF2-40B4-BE49-F238E27FC236}">
                  <a16:creationId xmlns:a16="http://schemas.microsoft.com/office/drawing/2014/main" id="{EF9DFF76-C8C4-4062-CF2C-E3A38237784D}"/>
                </a:ext>
              </a:extLst>
            </p:cNvPr>
            <p:cNvSpPr/>
            <p:nvPr/>
          </p:nvSpPr>
          <p:spPr>
            <a:xfrm rot="3331772" flipH="1">
              <a:off x="8036047" y="837811"/>
              <a:ext cx="202536" cy="198201"/>
            </a:xfrm>
            <a:custGeom>
              <a:avLst/>
              <a:gdLst/>
              <a:ahLst/>
              <a:cxnLst/>
              <a:rect l="l" t="t" r="r" b="b"/>
              <a:pathLst>
                <a:path w="3037" h="2972" extrusionOk="0">
                  <a:moveTo>
                    <a:pt x="3037" y="1120"/>
                  </a:moveTo>
                  <a:lnTo>
                    <a:pt x="1099" y="0"/>
                  </a:lnTo>
                  <a:lnTo>
                    <a:pt x="0" y="1895"/>
                  </a:lnTo>
                  <a:lnTo>
                    <a:pt x="1895" y="2972"/>
                  </a:lnTo>
                  <a:cubicBezTo>
                    <a:pt x="2520" y="2541"/>
                    <a:pt x="2929" y="1852"/>
                    <a:pt x="3037" y="112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0" name="Google Shape;13440;p34">
              <a:extLst>
                <a:ext uri="{FF2B5EF4-FFF2-40B4-BE49-F238E27FC236}">
                  <a16:creationId xmlns:a16="http://schemas.microsoft.com/office/drawing/2014/main" id="{A36A07DF-961B-67C6-03C3-A3CAEABD6D29}"/>
                </a:ext>
              </a:extLst>
            </p:cNvPr>
            <p:cNvSpPr/>
            <p:nvPr/>
          </p:nvSpPr>
          <p:spPr>
            <a:xfrm rot="3331772" flipH="1">
              <a:off x="7767321" y="694060"/>
              <a:ext cx="284431" cy="291566"/>
            </a:xfrm>
            <a:custGeom>
              <a:avLst/>
              <a:gdLst/>
              <a:ahLst/>
              <a:cxnLst/>
              <a:rect l="l" t="t" r="r" b="b"/>
              <a:pathLst>
                <a:path w="4265" h="4372" extrusionOk="0">
                  <a:moveTo>
                    <a:pt x="3942" y="1637"/>
                  </a:moveTo>
                  <a:cubicBezTo>
                    <a:pt x="3446" y="151"/>
                    <a:pt x="1401" y="0"/>
                    <a:pt x="690" y="1400"/>
                  </a:cubicBezTo>
                  <a:cubicBezTo>
                    <a:pt x="1" y="2800"/>
                    <a:pt x="1336" y="4372"/>
                    <a:pt x="2843" y="3876"/>
                  </a:cubicBezTo>
                  <a:cubicBezTo>
                    <a:pt x="3748" y="3553"/>
                    <a:pt x="4265" y="2563"/>
                    <a:pt x="3942" y="163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1" name="Google Shape;13441;p34">
              <a:extLst>
                <a:ext uri="{FF2B5EF4-FFF2-40B4-BE49-F238E27FC236}">
                  <a16:creationId xmlns:a16="http://schemas.microsoft.com/office/drawing/2014/main" id="{AC501D3F-BD3B-7ED3-42C7-40C6DB06F780}"/>
                </a:ext>
              </a:extLst>
            </p:cNvPr>
            <p:cNvSpPr/>
            <p:nvPr/>
          </p:nvSpPr>
          <p:spPr>
            <a:xfrm rot="3331772" flipH="1">
              <a:off x="7749472" y="687662"/>
              <a:ext cx="277295" cy="290166"/>
            </a:xfrm>
            <a:custGeom>
              <a:avLst/>
              <a:gdLst/>
              <a:ahLst/>
              <a:cxnLst/>
              <a:rect l="l" t="t" r="r" b="b"/>
              <a:pathLst>
                <a:path w="4158" h="4351" extrusionOk="0">
                  <a:moveTo>
                    <a:pt x="3640" y="1422"/>
                  </a:moveTo>
                  <a:cubicBezTo>
                    <a:pt x="3511" y="1056"/>
                    <a:pt x="3274" y="754"/>
                    <a:pt x="2973" y="539"/>
                  </a:cubicBezTo>
                  <a:cubicBezTo>
                    <a:pt x="2154" y="1"/>
                    <a:pt x="1056" y="237"/>
                    <a:pt x="518" y="1056"/>
                  </a:cubicBezTo>
                  <a:cubicBezTo>
                    <a:pt x="1" y="1874"/>
                    <a:pt x="216" y="2972"/>
                    <a:pt x="1035" y="3489"/>
                  </a:cubicBezTo>
                  <a:cubicBezTo>
                    <a:pt x="2434" y="4351"/>
                    <a:pt x="4157" y="2994"/>
                    <a:pt x="3640" y="142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2" name="Google Shape;13442;p34">
              <a:extLst>
                <a:ext uri="{FF2B5EF4-FFF2-40B4-BE49-F238E27FC236}">
                  <a16:creationId xmlns:a16="http://schemas.microsoft.com/office/drawing/2014/main" id="{E65BB18B-7AEA-8C58-03FA-9140315DB820}"/>
                </a:ext>
              </a:extLst>
            </p:cNvPr>
            <p:cNvSpPr/>
            <p:nvPr/>
          </p:nvSpPr>
          <p:spPr>
            <a:xfrm rot="3331772" flipH="1">
              <a:off x="8774554" y="1149893"/>
              <a:ext cx="527114" cy="528581"/>
            </a:xfrm>
            <a:custGeom>
              <a:avLst/>
              <a:gdLst/>
              <a:ahLst/>
              <a:cxnLst/>
              <a:rect l="l" t="t" r="r" b="b"/>
              <a:pathLst>
                <a:path w="7904" h="7926" extrusionOk="0">
                  <a:moveTo>
                    <a:pt x="3166" y="453"/>
                  </a:moveTo>
                  <a:cubicBezTo>
                    <a:pt x="5104" y="1"/>
                    <a:pt x="7042" y="1228"/>
                    <a:pt x="7472" y="3167"/>
                  </a:cubicBezTo>
                  <a:cubicBezTo>
                    <a:pt x="7903" y="5105"/>
                    <a:pt x="6697" y="7043"/>
                    <a:pt x="4759" y="7473"/>
                  </a:cubicBezTo>
                  <a:cubicBezTo>
                    <a:pt x="2800" y="7926"/>
                    <a:pt x="883" y="6698"/>
                    <a:pt x="452" y="4760"/>
                  </a:cubicBezTo>
                  <a:cubicBezTo>
                    <a:pt x="0" y="2822"/>
                    <a:pt x="1228" y="884"/>
                    <a:pt x="3166" y="4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3" name="Google Shape;13443;p34">
              <a:extLst>
                <a:ext uri="{FF2B5EF4-FFF2-40B4-BE49-F238E27FC236}">
                  <a16:creationId xmlns:a16="http://schemas.microsoft.com/office/drawing/2014/main" id="{64DBD8B9-EF7F-2456-BE61-C5138A58E871}"/>
                </a:ext>
              </a:extLst>
            </p:cNvPr>
            <p:cNvSpPr/>
            <p:nvPr/>
          </p:nvSpPr>
          <p:spPr>
            <a:xfrm rot="3331772" flipH="1">
              <a:off x="8770383" y="1172151"/>
              <a:ext cx="499838" cy="475429"/>
            </a:xfrm>
            <a:custGeom>
              <a:avLst/>
              <a:gdLst/>
              <a:ahLst/>
              <a:cxnLst/>
              <a:rect l="l" t="t" r="r" b="b"/>
              <a:pathLst>
                <a:path w="7495" h="7129" extrusionOk="0">
                  <a:moveTo>
                    <a:pt x="6224" y="969"/>
                  </a:moveTo>
                  <a:cubicBezTo>
                    <a:pt x="6633" y="1422"/>
                    <a:pt x="6913" y="1982"/>
                    <a:pt x="7063" y="2585"/>
                  </a:cubicBezTo>
                  <a:cubicBezTo>
                    <a:pt x="7494" y="4523"/>
                    <a:pt x="6267" y="6461"/>
                    <a:pt x="4329" y="6891"/>
                  </a:cubicBezTo>
                  <a:cubicBezTo>
                    <a:pt x="3252" y="7128"/>
                    <a:pt x="2132" y="6870"/>
                    <a:pt x="1271" y="6181"/>
                  </a:cubicBezTo>
                  <a:cubicBezTo>
                    <a:pt x="862" y="5707"/>
                    <a:pt x="560" y="5147"/>
                    <a:pt x="431" y="4566"/>
                  </a:cubicBezTo>
                  <a:cubicBezTo>
                    <a:pt x="0" y="2606"/>
                    <a:pt x="1206" y="690"/>
                    <a:pt x="3144" y="259"/>
                  </a:cubicBezTo>
                  <a:cubicBezTo>
                    <a:pt x="4221" y="0"/>
                    <a:pt x="5362" y="280"/>
                    <a:pt x="6224" y="9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4" name="Google Shape;13444;p34">
              <a:extLst>
                <a:ext uri="{FF2B5EF4-FFF2-40B4-BE49-F238E27FC236}">
                  <a16:creationId xmlns:a16="http://schemas.microsoft.com/office/drawing/2014/main" id="{D74CA3FA-131F-90E6-5807-6C0B400B07BB}"/>
                </a:ext>
              </a:extLst>
            </p:cNvPr>
            <p:cNvSpPr/>
            <p:nvPr/>
          </p:nvSpPr>
          <p:spPr>
            <a:xfrm rot="3331772" flipH="1">
              <a:off x="8856178" y="1246629"/>
              <a:ext cx="304504" cy="304504"/>
            </a:xfrm>
            <a:custGeom>
              <a:avLst/>
              <a:gdLst/>
              <a:ahLst/>
              <a:cxnLst/>
              <a:rect l="l" t="t" r="r" b="b"/>
              <a:pathLst>
                <a:path w="4566" h="4566" extrusionOk="0">
                  <a:moveTo>
                    <a:pt x="1831" y="259"/>
                  </a:moveTo>
                  <a:cubicBezTo>
                    <a:pt x="2951" y="1"/>
                    <a:pt x="4070" y="690"/>
                    <a:pt x="4329" y="1831"/>
                  </a:cubicBezTo>
                  <a:cubicBezTo>
                    <a:pt x="4566" y="2951"/>
                    <a:pt x="3877" y="4049"/>
                    <a:pt x="2735" y="4307"/>
                  </a:cubicBezTo>
                  <a:cubicBezTo>
                    <a:pt x="1615" y="4566"/>
                    <a:pt x="517" y="3855"/>
                    <a:pt x="259" y="2735"/>
                  </a:cubicBezTo>
                  <a:cubicBezTo>
                    <a:pt x="0" y="1616"/>
                    <a:pt x="711" y="496"/>
                    <a:pt x="1831" y="2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5" name="Google Shape;13445;p34">
              <a:extLst>
                <a:ext uri="{FF2B5EF4-FFF2-40B4-BE49-F238E27FC236}">
                  <a16:creationId xmlns:a16="http://schemas.microsoft.com/office/drawing/2014/main" id="{C59B02B6-AA8F-86B2-4808-F956A8D42740}"/>
                </a:ext>
              </a:extLst>
            </p:cNvPr>
            <p:cNvSpPr/>
            <p:nvPr/>
          </p:nvSpPr>
          <p:spPr>
            <a:xfrm rot="3331772" flipH="1">
              <a:off x="8885173" y="1261957"/>
              <a:ext cx="305905" cy="304504"/>
            </a:xfrm>
            <a:custGeom>
              <a:avLst/>
              <a:gdLst/>
              <a:ahLst/>
              <a:cxnLst/>
              <a:rect l="l" t="t" r="r" b="b"/>
              <a:pathLst>
                <a:path w="4587" h="4566" extrusionOk="0">
                  <a:moveTo>
                    <a:pt x="1831" y="259"/>
                  </a:moveTo>
                  <a:cubicBezTo>
                    <a:pt x="2950" y="1"/>
                    <a:pt x="4070" y="711"/>
                    <a:pt x="4329" y="1831"/>
                  </a:cubicBezTo>
                  <a:cubicBezTo>
                    <a:pt x="4587" y="2951"/>
                    <a:pt x="3876" y="4071"/>
                    <a:pt x="2757" y="4308"/>
                  </a:cubicBezTo>
                  <a:cubicBezTo>
                    <a:pt x="1637" y="4566"/>
                    <a:pt x="517" y="3855"/>
                    <a:pt x="259" y="2736"/>
                  </a:cubicBezTo>
                  <a:cubicBezTo>
                    <a:pt x="0" y="1616"/>
                    <a:pt x="711" y="496"/>
                    <a:pt x="1831" y="2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6" name="Google Shape;13446;p34">
              <a:extLst>
                <a:ext uri="{FF2B5EF4-FFF2-40B4-BE49-F238E27FC236}">
                  <a16:creationId xmlns:a16="http://schemas.microsoft.com/office/drawing/2014/main" id="{4A239775-E701-379C-E503-638FA1D4ED55}"/>
                </a:ext>
              </a:extLst>
            </p:cNvPr>
            <p:cNvSpPr/>
            <p:nvPr/>
          </p:nvSpPr>
          <p:spPr>
            <a:xfrm rot="3331772" flipH="1">
              <a:off x="8883748" y="1274666"/>
              <a:ext cx="271426" cy="262890"/>
            </a:xfrm>
            <a:custGeom>
              <a:avLst/>
              <a:gdLst/>
              <a:ahLst/>
              <a:cxnLst/>
              <a:rect l="l" t="t" r="r" b="b"/>
              <a:pathLst>
                <a:path w="4070" h="3942" extrusionOk="0">
                  <a:moveTo>
                    <a:pt x="3122" y="216"/>
                  </a:moveTo>
                  <a:cubicBezTo>
                    <a:pt x="3467" y="496"/>
                    <a:pt x="3725" y="905"/>
                    <a:pt x="3812" y="1357"/>
                  </a:cubicBezTo>
                  <a:cubicBezTo>
                    <a:pt x="4070" y="2477"/>
                    <a:pt x="3359" y="3597"/>
                    <a:pt x="2240" y="3834"/>
                  </a:cubicBezTo>
                  <a:cubicBezTo>
                    <a:pt x="1809" y="3941"/>
                    <a:pt x="1357" y="3898"/>
                    <a:pt x="948" y="3704"/>
                  </a:cubicBezTo>
                  <a:cubicBezTo>
                    <a:pt x="581" y="3403"/>
                    <a:pt x="345" y="3015"/>
                    <a:pt x="237" y="2563"/>
                  </a:cubicBezTo>
                  <a:cubicBezTo>
                    <a:pt x="0" y="1443"/>
                    <a:pt x="689" y="345"/>
                    <a:pt x="1809" y="87"/>
                  </a:cubicBezTo>
                  <a:cubicBezTo>
                    <a:pt x="2240" y="0"/>
                    <a:pt x="2713" y="43"/>
                    <a:pt x="3122" y="216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7" name="Google Shape;13447;p34">
              <a:extLst>
                <a:ext uri="{FF2B5EF4-FFF2-40B4-BE49-F238E27FC236}">
                  <a16:creationId xmlns:a16="http://schemas.microsoft.com/office/drawing/2014/main" id="{8EE8F5F9-B302-D99B-8436-D46D38ACCBB7}"/>
                </a:ext>
              </a:extLst>
            </p:cNvPr>
            <p:cNvSpPr/>
            <p:nvPr/>
          </p:nvSpPr>
          <p:spPr>
            <a:xfrm rot="3331772" flipH="1">
              <a:off x="8907416" y="1287899"/>
              <a:ext cx="251353" cy="245617"/>
            </a:xfrm>
            <a:custGeom>
              <a:avLst/>
              <a:gdLst/>
              <a:ahLst/>
              <a:cxnLst/>
              <a:rect l="l" t="t" r="r" b="b"/>
              <a:pathLst>
                <a:path w="3769" h="3683" extrusionOk="0">
                  <a:moveTo>
                    <a:pt x="754" y="3510"/>
                  </a:moveTo>
                  <a:cubicBezTo>
                    <a:pt x="496" y="3252"/>
                    <a:pt x="324" y="2929"/>
                    <a:pt x="259" y="2563"/>
                  </a:cubicBezTo>
                  <a:cubicBezTo>
                    <a:pt x="0" y="1443"/>
                    <a:pt x="711" y="345"/>
                    <a:pt x="1831" y="87"/>
                  </a:cubicBezTo>
                  <a:cubicBezTo>
                    <a:pt x="2240" y="0"/>
                    <a:pt x="2649" y="22"/>
                    <a:pt x="3037" y="173"/>
                  </a:cubicBezTo>
                  <a:cubicBezTo>
                    <a:pt x="3274" y="453"/>
                    <a:pt x="3446" y="776"/>
                    <a:pt x="3511" y="1120"/>
                  </a:cubicBezTo>
                  <a:cubicBezTo>
                    <a:pt x="3769" y="2240"/>
                    <a:pt x="3058" y="3338"/>
                    <a:pt x="1939" y="3597"/>
                  </a:cubicBezTo>
                  <a:cubicBezTo>
                    <a:pt x="1551" y="3683"/>
                    <a:pt x="1120" y="3640"/>
                    <a:pt x="754" y="3510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8" name="Google Shape;13448;p34">
              <a:extLst>
                <a:ext uri="{FF2B5EF4-FFF2-40B4-BE49-F238E27FC236}">
                  <a16:creationId xmlns:a16="http://schemas.microsoft.com/office/drawing/2014/main" id="{29E401A0-9C5C-73D5-7CA9-E9A127F21F0A}"/>
                </a:ext>
              </a:extLst>
            </p:cNvPr>
            <p:cNvSpPr/>
            <p:nvPr/>
          </p:nvSpPr>
          <p:spPr>
            <a:xfrm rot="3331772" flipH="1">
              <a:off x="8069427" y="802729"/>
              <a:ext cx="406539" cy="406472"/>
            </a:xfrm>
            <a:custGeom>
              <a:avLst/>
              <a:gdLst/>
              <a:ahLst/>
              <a:cxnLst/>
              <a:rect l="l" t="t" r="r" b="b"/>
              <a:pathLst>
                <a:path w="6096" h="6095" extrusionOk="0">
                  <a:moveTo>
                    <a:pt x="2219" y="453"/>
                  </a:moveTo>
                  <a:cubicBezTo>
                    <a:pt x="3662" y="0"/>
                    <a:pt x="5191" y="797"/>
                    <a:pt x="5643" y="2219"/>
                  </a:cubicBezTo>
                  <a:cubicBezTo>
                    <a:pt x="6095" y="3661"/>
                    <a:pt x="5320" y="5190"/>
                    <a:pt x="3877" y="5642"/>
                  </a:cubicBezTo>
                  <a:cubicBezTo>
                    <a:pt x="2434" y="6095"/>
                    <a:pt x="905" y="5319"/>
                    <a:pt x="453" y="3877"/>
                  </a:cubicBezTo>
                  <a:cubicBezTo>
                    <a:pt x="1" y="2434"/>
                    <a:pt x="776" y="905"/>
                    <a:pt x="2219" y="4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9" name="Google Shape;13449;p34">
              <a:extLst>
                <a:ext uri="{FF2B5EF4-FFF2-40B4-BE49-F238E27FC236}">
                  <a16:creationId xmlns:a16="http://schemas.microsoft.com/office/drawing/2014/main" id="{C7C39A3F-B565-263D-A249-B6CF679CA21F}"/>
                </a:ext>
              </a:extLst>
            </p:cNvPr>
            <p:cNvSpPr/>
            <p:nvPr/>
          </p:nvSpPr>
          <p:spPr>
            <a:xfrm rot="3331772" flipH="1">
              <a:off x="8067008" y="820259"/>
              <a:ext cx="384998" cy="363391"/>
            </a:xfrm>
            <a:custGeom>
              <a:avLst/>
              <a:gdLst/>
              <a:ahLst/>
              <a:cxnLst/>
              <a:rect l="l" t="t" r="r" b="b"/>
              <a:pathLst>
                <a:path w="5773" h="5449" extrusionOk="0">
                  <a:moveTo>
                    <a:pt x="4588" y="604"/>
                  </a:moveTo>
                  <a:cubicBezTo>
                    <a:pt x="4932" y="927"/>
                    <a:pt x="5191" y="1336"/>
                    <a:pt x="5320" y="1767"/>
                  </a:cubicBezTo>
                  <a:cubicBezTo>
                    <a:pt x="5772" y="3209"/>
                    <a:pt x="4997" y="4738"/>
                    <a:pt x="3554" y="5190"/>
                  </a:cubicBezTo>
                  <a:cubicBezTo>
                    <a:pt x="2757" y="5449"/>
                    <a:pt x="1874" y="5320"/>
                    <a:pt x="1185" y="4846"/>
                  </a:cubicBezTo>
                  <a:cubicBezTo>
                    <a:pt x="841" y="4523"/>
                    <a:pt x="582" y="4114"/>
                    <a:pt x="453" y="3683"/>
                  </a:cubicBezTo>
                  <a:cubicBezTo>
                    <a:pt x="1" y="2240"/>
                    <a:pt x="798" y="711"/>
                    <a:pt x="2219" y="259"/>
                  </a:cubicBezTo>
                  <a:cubicBezTo>
                    <a:pt x="3016" y="1"/>
                    <a:pt x="3899" y="130"/>
                    <a:pt x="4588" y="6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0" name="Google Shape;13450;p34">
              <a:extLst>
                <a:ext uri="{FF2B5EF4-FFF2-40B4-BE49-F238E27FC236}">
                  <a16:creationId xmlns:a16="http://schemas.microsoft.com/office/drawing/2014/main" id="{DFC8E5EF-A794-1AAB-9C87-3477D17129DB}"/>
                </a:ext>
              </a:extLst>
            </p:cNvPr>
            <p:cNvSpPr/>
            <p:nvPr/>
          </p:nvSpPr>
          <p:spPr>
            <a:xfrm rot="3331772" flipH="1">
              <a:off x="8133193" y="873591"/>
              <a:ext cx="235614" cy="237014"/>
            </a:xfrm>
            <a:custGeom>
              <a:avLst/>
              <a:gdLst/>
              <a:ahLst/>
              <a:cxnLst/>
              <a:rect l="l" t="t" r="r" b="b"/>
              <a:pathLst>
                <a:path w="3533" h="3554" extrusionOk="0">
                  <a:moveTo>
                    <a:pt x="1292" y="281"/>
                  </a:moveTo>
                  <a:cubicBezTo>
                    <a:pt x="2111" y="1"/>
                    <a:pt x="2994" y="475"/>
                    <a:pt x="3274" y="1293"/>
                  </a:cubicBezTo>
                  <a:cubicBezTo>
                    <a:pt x="3532" y="2133"/>
                    <a:pt x="3080" y="3016"/>
                    <a:pt x="2240" y="3274"/>
                  </a:cubicBezTo>
                  <a:cubicBezTo>
                    <a:pt x="1400" y="3554"/>
                    <a:pt x="517" y="3080"/>
                    <a:pt x="259" y="2262"/>
                  </a:cubicBezTo>
                  <a:cubicBezTo>
                    <a:pt x="0" y="1422"/>
                    <a:pt x="453" y="539"/>
                    <a:pt x="1292" y="2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1" name="Google Shape;13451;p34">
              <a:extLst>
                <a:ext uri="{FF2B5EF4-FFF2-40B4-BE49-F238E27FC236}">
                  <a16:creationId xmlns:a16="http://schemas.microsoft.com/office/drawing/2014/main" id="{D62CA0C9-625D-B88B-BF91-75D3ED6FA8F1}"/>
                </a:ext>
              </a:extLst>
            </p:cNvPr>
            <p:cNvSpPr/>
            <p:nvPr/>
          </p:nvSpPr>
          <p:spPr>
            <a:xfrm rot="3331772" flipH="1">
              <a:off x="8153582" y="888572"/>
              <a:ext cx="237014" cy="235614"/>
            </a:xfrm>
            <a:custGeom>
              <a:avLst/>
              <a:gdLst/>
              <a:ahLst/>
              <a:cxnLst/>
              <a:rect l="l" t="t" r="r" b="b"/>
              <a:pathLst>
                <a:path w="3554" h="3533" extrusionOk="0">
                  <a:moveTo>
                    <a:pt x="1292" y="259"/>
                  </a:moveTo>
                  <a:cubicBezTo>
                    <a:pt x="2132" y="1"/>
                    <a:pt x="3015" y="453"/>
                    <a:pt x="3274" y="1271"/>
                  </a:cubicBezTo>
                  <a:cubicBezTo>
                    <a:pt x="3553" y="2111"/>
                    <a:pt x="3080" y="2994"/>
                    <a:pt x="2261" y="3252"/>
                  </a:cubicBezTo>
                  <a:cubicBezTo>
                    <a:pt x="1422" y="3532"/>
                    <a:pt x="539" y="3058"/>
                    <a:pt x="280" y="2240"/>
                  </a:cubicBezTo>
                  <a:cubicBezTo>
                    <a:pt x="0" y="1400"/>
                    <a:pt x="474" y="517"/>
                    <a:pt x="1292" y="2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2" name="Google Shape;13452;p34">
              <a:extLst>
                <a:ext uri="{FF2B5EF4-FFF2-40B4-BE49-F238E27FC236}">
                  <a16:creationId xmlns:a16="http://schemas.microsoft.com/office/drawing/2014/main" id="{D858DBC7-5BA4-3D94-82C0-0962FBB37442}"/>
                </a:ext>
              </a:extLst>
            </p:cNvPr>
            <p:cNvSpPr/>
            <p:nvPr/>
          </p:nvSpPr>
          <p:spPr>
            <a:xfrm rot="3331772" flipH="1">
              <a:off x="8154453" y="898451"/>
              <a:ext cx="211206" cy="201069"/>
            </a:xfrm>
            <a:custGeom>
              <a:avLst/>
              <a:gdLst/>
              <a:ahLst/>
              <a:cxnLst/>
              <a:rect l="l" t="t" r="r" b="b"/>
              <a:pathLst>
                <a:path w="3167" h="3015" extrusionOk="0">
                  <a:moveTo>
                    <a:pt x="2305" y="129"/>
                  </a:moveTo>
                  <a:cubicBezTo>
                    <a:pt x="2585" y="323"/>
                    <a:pt x="2779" y="603"/>
                    <a:pt x="2887" y="926"/>
                  </a:cubicBezTo>
                  <a:cubicBezTo>
                    <a:pt x="3166" y="1766"/>
                    <a:pt x="2693" y="2649"/>
                    <a:pt x="1874" y="2907"/>
                  </a:cubicBezTo>
                  <a:cubicBezTo>
                    <a:pt x="1551" y="3015"/>
                    <a:pt x="1185" y="3015"/>
                    <a:pt x="862" y="2907"/>
                  </a:cubicBezTo>
                  <a:cubicBezTo>
                    <a:pt x="582" y="2692"/>
                    <a:pt x="389" y="2412"/>
                    <a:pt x="281" y="2089"/>
                  </a:cubicBezTo>
                  <a:cubicBezTo>
                    <a:pt x="1" y="1249"/>
                    <a:pt x="475" y="366"/>
                    <a:pt x="1293" y="108"/>
                  </a:cubicBezTo>
                  <a:cubicBezTo>
                    <a:pt x="1616" y="0"/>
                    <a:pt x="1982" y="0"/>
                    <a:pt x="2305" y="12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3" name="Google Shape;13453;p34">
              <a:extLst>
                <a:ext uri="{FF2B5EF4-FFF2-40B4-BE49-F238E27FC236}">
                  <a16:creationId xmlns:a16="http://schemas.microsoft.com/office/drawing/2014/main" id="{35CFA539-AE95-FCD7-1F17-17BB3EF7C79F}"/>
                </a:ext>
              </a:extLst>
            </p:cNvPr>
            <p:cNvSpPr/>
            <p:nvPr/>
          </p:nvSpPr>
          <p:spPr>
            <a:xfrm rot="3331772" flipH="1">
              <a:off x="8172654" y="908033"/>
              <a:ext cx="194000" cy="189598"/>
            </a:xfrm>
            <a:custGeom>
              <a:avLst/>
              <a:gdLst/>
              <a:ahLst/>
              <a:cxnLst/>
              <a:rect l="l" t="t" r="r" b="b"/>
              <a:pathLst>
                <a:path w="2909" h="2843" extrusionOk="0">
                  <a:moveTo>
                    <a:pt x="712" y="2778"/>
                  </a:moveTo>
                  <a:cubicBezTo>
                    <a:pt x="496" y="2584"/>
                    <a:pt x="367" y="2347"/>
                    <a:pt x="281" y="2089"/>
                  </a:cubicBezTo>
                  <a:cubicBezTo>
                    <a:pt x="1" y="1249"/>
                    <a:pt x="475" y="366"/>
                    <a:pt x="1293" y="108"/>
                  </a:cubicBezTo>
                  <a:cubicBezTo>
                    <a:pt x="1594" y="22"/>
                    <a:pt x="1918" y="0"/>
                    <a:pt x="2219" y="86"/>
                  </a:cubicBezTo>
                  <a:cubicBezTo>
                    <a:pt x="2413" y="280"/>
                    <a:pt x="2564" y="517"/>
                    <a:pt x="2650" y="775"/>
                  </a:cubicBezTo>
                  <a:cubicBezTo>
                    <a:pt x="2908" y="1615"/>
                    <a:pt x="2456" y="2498"/>
                    <a:pt x="1616" y="2756"/>
                  </a:cubicBezTo>
                  <a:cubicBezTo>
                    <a:pt x="1315" y="2843"/>
                    <a:pt x="1013" y="2843"/>
                    <a:pt x="712" y="2756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4" name="Google Shape;13454;p34">
              <a:extLst>
                <a:ext uri="{FF2B5EF4-FFF2-40B4-BE49-F238E27FC236}">
                  <a16:creationId xmlns:a16="http://schemas.microsoft.com/office/drawing/2014/main" id="{579FC0F7-B385-5C5F-B5D6-B02A5375F5F4}"/>
                </a:ext>
              </a:extLst>
            </p:cNvPr>
            <p:cNvSpPr/>
            <p:nvPr/>
          </p:nvSpPr>
          <p:spPr>
            <a:xfrm rot="3331772" flipH="1">
              <a:off x="7807881" y="746340"/>
              <a:ext cx="165257" cy="169525"/>
            </a:xfrm>
            <a:custGeom>
              <a:avLst/>
              <a:gdLst/>
              <a:ahLst/>
              <a:cxnLst/>
              <a:rect l="l" t="t" r="r" b="b"/>
              <a:pathLst>
                <a:path w="2478" h="2542" extrusionOk="0">
                  <a:moveTo>
                    <a:pt x="2305" y="948"/>
                  </a:moveTo>
                  <a:cubicBezTo>
                    <a:pt x="2003" y="87"/>
                    <a:pt x="819" y="1"/>
                    <a:pt x="410" y="819"/>
                  </a:cubicBezTo>
                  <a:cubicBezTo>
                    <a:pt x="1" y="1638"/>
                    <a:pt x="776" y="2542"/>
                    <a:pt x="1659" y="2241"/>
                  </a:cubicBezTo>
                  <a:cubicBezTo>
                    <a:pt x="2197" y="2068"/>
                    <a:pt x="2477" y="1487"/>
                    <a:pt x="2305" y="94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5" name="Google Shape;13455;p34">
              <a:extLst>
                <a:ext uri="{FF2B5EF4-FFF2-40B4-BE49-F238E27FC236}">
                  <a16:creationId xmlns:a16="http://schemas.microsoft.com/office/drawing/2014/main" id="{AA946847-3C34-ADD3-2763-747B5EFF83B0}"/>
                </a:ext>
              </a:extLst>
            </p:cNvPr>
            <p:cNvSpPr/>
            <p:nvPr/>
          </p:nvSpPr>
          <p:spPr>
            <a:xfrm rot="3331772" flipH="1">
              <a:off x="7824901" y="752845"/>
              <a:ext cx="165190" cy="168057"/>
            </a:xfrm>
            <a:custGeom>
              <a:avLst/>
              <a:gdLst/>
              <a:ahLst/>
              <a:cxnLst/>
              <a:rect l="l" t="t" r="r" b="b"/>
              <a:pathLst>
                <a:path w="2477" h="2520" extrusionOk="0">
                  <a:moveTo>
                    <a:pt x="2305" y="948"/>
                  </a:moveTo>
                  <a:cubicBezTo>
                    <a:pt x="2003" y="86"/>
                    <a:pt x="819" y="0"/>
                    <a:pt x="410" y="797"/>
                  </a:cubicBezTo>
                  <a:cubicBezTo>
                    <a:pt x="0" y="1615"/>
                    <a:pt x="776" y="2520"/>
                    <a:pt x="1659" y="2240"/>
                  </a:cubicBezTo>
                  <a:cubicBezTo>
                    <a:pt x="2175" y="2068"/>
                    <a:pt x="2477" y="1486"/>
                    <a:pt x="2305" y="94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25DE68B-0907-A9D4-9689-8362D46827FD}"/>
              </a:ext>
            </a:extLst>
          </p:cNvPr>
          <p:cNvSpPr txBox="1"/>
          <p:nvPr/>
        </p:nvSpPr>
        <p:spPr>
          <a:xfrm>
            <a:off x="5388040" y="976360"/>
            <a:ext cx="32835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Inputs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robot pose from /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odom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User-defined goal (x, y, θ) through the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MoveToPose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service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F4080A-20BB-976C-087E-DA0777ADFB6D}"/>
              </a:ext>
            </a:extLst>
          </p:cNvPr>
          <p:cNvSpPr txBox="1"/>
          <p:nvPr/>
        </p:nvSpPr>
        <p:spPr>
          <a:xfrm>
            <a:off x="5560637" y="2731299"/>
            <a:ext cx="28936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Closed-loop feedback control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orientation alignment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Gazebo Classic simulation </a:t>
            </a:r>
          </a:p>
          <a:p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A95203-F3BC-69BB-FF99-E5656250E127}"/>
              </a:ext>
            </a:extLst>
          </p:cNvPr>
          <p:cNvSpPr txBox="1"/>
          <p:nvPr/>
        </p:nvSpPr>
        <p:spPr>
          <a:xfrm>
            <a:off x="1008394" y="2755835"/>
            <a:ext cx="25749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velocity (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linear.x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Angular velocity (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angular.z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076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5" name="Google Shape;13415;p34"/>
          <p:cNvSpPr txBox="1">
            <a:spLocks noGrp="1"/>
          </p:cNvSpPr>
          <p:nvPr>
            <p:ph type="title"/>
          </p:nvPr>
        </p:nvSpPr>
        <p:spPr>
          <a:xfrm>
            <a:off x="2025649" y="45752"/>
            <a:ext cx="4981800" cy="10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Control Approach</a:t>
            </a:r>
            <a:endParaRPr dirty="0"/>
          </a:p>
        </p:txBody>
      </p:sp>
      <p:sp>
        <p:nvSpPr>
          <p:cNvPr id="13416" name="Google Shape;13416;p34"/>
          <p:cNvSpPr txBox="1">
            <a:spLocks noGrp="1"/>
          </p:cNvSpPr>
          <p:nvPr>
            <p:ph type="body" idx="1"/>
          </p:nvPr>
        </p:nvSpPr>
        <p:spPr>
          <a:xfrm>
            <a:off x="75639" y="738689"/>
            <a:ext cx="3713579" cy="20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ctr">
              <a:buNone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Workflow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goal pose 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current robot pose from odometry 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pose errors 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velocity commands 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 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cmd_vel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until the goal is reached</a:t>
            </a:r>
          </a:p>
        </p:txBody>
      </p:sp>
      <p:grpSp>
        <p:nvGrpSpPr>
          <p:cNvPr id="13418" name="Google Shape;13418;p34"/>
          <p:cNvGrpSpPr/>
          <p:nvPr/>
        </p:nvGrpSpPr>
        <p:grpSpPr>
          <a:xfrm>
            <a:off x="4265255" y="4521513"/>
            <a:ext cx="300558" cy="283271"/>
            <a:chOff x="4265255" y="4521513"/>
            <a:chExt cx="300558" cy="283271"/>
          </a:xfrm>
        </p:grpSpPr>
        <p:sp>
          <p:nvSpPr>
            <p:cNvPr id="13419" name="Google Shape;13419;p34"/>
            <p:cNvSpPr/>
            <p:nvPr/>
          </p:nvSpPr>
          <p:spPr>
            <a:xfrm>
              <a:off x="4265255" y="4521513"/>
              <a:ext cx="300557" cy="283271"/>
            </a:xfrm>
            <a:custGeom>
              <a:avLst/>
              <a:gdLst/>
              <a:ahLst/>
              <a:cxnLst/>
              <a:rect l="l" t="t" r="r" b="b"/>
              <a:pathLst>
                <a:path w="2921" h="2753" extrusionOk="0">
                  <a:moveTo>
                    <a:pt x="450" y="1910"/>
                  </a:moveTo>
                  <a:cubicBezTo>
                    <a:pt x="0" y="955"/>
                    <a:pt x="955" y="1"/>
                    <a:pt x="1910" y="338"/>
                  </a:cubicBezTo>
                  <a:cubicBezTo>
                    <a:pt x="2921" y="731"/>
                    <a:pt x="2921" y="2079"/>
                    <a:pt x="1966" y="2528"/>
                  </a:cubicBezTo>
                  <a:cubicBezTo>
                    <a:pt x="1404" y="2753"/>
                    <a:pt x="730" y="2528"/>
                    <a:pt x="450" y="19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0" name="Google Shape;13420;p34"/>
            <p:cNvSpPr/>
            <p:nvPr/>
          </p:nvSpPr>
          <p:spPr>
            <a:xfrm>
              <a:off x="4322980" y="4544665"/>
              <a:ext cx="242833" cy="225444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573"/>
                  </a:moveTo>
                  <a:cubicBezTo>
                    <a:pt x="1" y="1124"/>
                    <a:pt x="226" y="618"/>
                    <a:pt x="619" y="450"/>
                  </a:cubicBezTo>
                  <a:cubicBezTo>
                    <a:pt x="1630" y="0"/>
                    <a:pt x="2360" y="1517"/>
                    <a:pt x="1349" y="2022"/>
                  </a:cubicBezTo>
                  <a:cubicBezTo>
                    <a:pt x="900" y="2191"/>
                    <a:pt x="394" y="2022"/>
                    <a:pt x="169" y="15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1" name="Google Shape;13421;p34"/>
            <p:cNvSpPr/>
            <p:nvPr/>
          </p:nvSpPr>
          <p:spPr>
            <a:xfrm>
              <a:off x="4328845" y="4590865"/>
              <a:ext cx="167616" cy="179243"/>
            </a:xfrm>
            <a:custGeom>
              <a:avLst/>
              <a:gdLst/>
              <a:ahLst/>
              <a:cxnLst/>
              <a:rect l="l" t="t" r="r" b="b"/>
              <a:pathLst>
                <a:path w="1629" h="1742" extrusionOk="0">
                  <a:moveTo>
                    <a:pt x="112" y="1124"/>
                  </a:moveTo>
                  <a:cubicBezTo>
                    <a:pt x="0" y="843"/>
                    <a:pt x="56" y="562"/>
                    <a:pt x="225" y="281"/>
                  </a:cubicBezTo>
                  <a:cubicBezTo>
                    <a:pt x="281" y="225"/>
                    <a:pt x="337" y="169"/>
                    <a:pt x="449" y="169"/>
                  </a:cubicBezTo>
                  <a:cubicBezTo>
                    <a:pt x="843" y="1"/>
                    <a:pt x="1348" y="169"/>
                    <a:pt x="1517" y="562"/>
                  </a:cubicBezTo>
                  <a:cubicBezTo>
                    <a:pt x="1629" y="843"/>
                    <a:pt x="1629" y="1124"/>
                    <a:pt x="1460" y="1405"/>
                  </a:cubicBezTo>
                  <a:cubicBezTo>
                    <a:pt x="1404" y="1461"/>
                    <a:pt x="1292" y="1517"/>
                    <a:pt x="1236" y="1573"/>
                  </a:cubicBezTo>
                  <a:cubicBezTo>
                    <a:pt x="786" y="1742"/>
                    <a:pt x="337" y="1517"/>
                    <a:pt x="112" y="11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2" name="Google Shape;13422;p34"/>
            <p:cNvSpPr/>
            <p:nvPr/>
          </p:nvSpPr>
          <p:spPr>
            <a:xfrm>
              <a:off x="4357656" y="4619779"/>
              <a:ext cx="115757" cy="109892"/>
            </a:xfrm>
            <a:custGeom>
              <a:avLst/>
              <a:gdLst/>
              <a:ahLst/>
              <a:cxnLst/>
              <a:rect l="l" t="t" r="r" b="b"/>
              <a:pathLst>
                <a:path w="1125" h="1068" extrusionOk="0">
                  <a:moveTo>
                    <a:pt x="563" y="1068"/>
                  </a:moveTo>
                  <a:cubicBezTo>
                    <a:pt x="226" y="1011"/>
                    <a:pt x="1" y="674"/>
                    <a:pt x="57" y="337"/>
                  </a:cubicBezTo>
                  <a:cubicBezTo>
                    <a:pt x="57" y="225"/>
                    <a:pt x="113" y="113"/>
                    <a:pt x="226" y="0"/>
                  </a:cubicBezTo>
                  <a:cubicBezTo>
                    <a:pt x="169" y="57"/>
                    <a:pt x="169" y="169"/>
                    <a:pt x="113" y="225"/>
                  </a:cubicBezTo>
                  <a:cubicBezTo>
                    <a:pt x="57" y="562"/>
                    <a:pt x="282" y="899"/>
                    <a:pt x="675" y="955"/>
                  </a:cubicBezTo>
                  <a:cubicBezTo>
                    <a:pt x="843" y="955"/>
                    <a:pt x="1012" y="899"/>
                    <a:pt x="1124" y="787"/>
                  </a:cubicBezTo>
                  <a:cubicBezTo>
                    <a:pt x="1012" y="955"/>
                    <a:pt x="787" y="1068"/>
                    <a:pt x="563" y="1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23" name="Google Shape;13423;p34"/>
          <p:cNvGrpSpPr/>
          <p:nvPr/>
        </p:nvGrpSpPr>
        <p:grpSpPr>
          <a:xfrm>
            <a:off x="5177919" y="4475313"/>
            <a:ext cx="156092" cy="306422"/>
            <a:chOff x="474406" y="2974600"/>
            <a:chExt cx="106759" cy="209577"/>
          </a:xfrm>
        </p:grpSpPr>
        <p:sp>
          <p:nvSpPr>
            <p:cNvPr id="13424" name="Google Shape;13424;p34"/>
            <p:cNvSpPr/>
            <p:nvPr/>
          </p:nvSpPr>
          <p:spPr>
            <a:xfrm>
              <a:off x="474406" y="2974600"/>
              <a:ext cx="106759" cy="209577"/>
            </a:xfrm>
            <a:custGeom>
              <a:avLst/>
              <a:gdLst/>
              <a:ahLst/>
              <a:cxnLst/>
              <a:rect l="l" t="t" r="r" b="b"/>
              <a:pathLst>
                <a:path w="1517" h="2978" extrusionOk="0">
                  <a:moveTo>
                    <a:pt x="1517" y="2977"/>
                  </a:moveTo>
                  <a:lnTo>
                    <a:pt x="0" y="2977"/>
                  </a:lnTo>
                  <a:lnTo>
                    <a:pt x="0" y="731"/>
                  </a:lnTo>
                  <a:cubicBezTo>
                    <a:pt x="0" y="0"/>
                    <a:pt x="1517" y="0"/>
                    <a:pt x="1517" y="7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5" name="Google Shape;13425;p34"/>
            <p:cNvSpPr/>
            <p:nvPr/>
          </p:nvSpPr>
          <p:spPr>
            <a:xfrm>
              <a:off x="474406" y="2982482"/>
              <a:ext cx="98877" cy="201695"/>
            </a:xfrm>
            <a:custGeom>
              <a:avLst/>
              <a:gdLst/>
              <a:ahLst/>
              <a:cxnLst/>
              <a:rect l="l" t="t" r="r" b="b"/>
              <a:pathLst>
                <a:path w="1405" h="2866" extrusionOk="0">
                  <a:moveTo>
                    <a:pt x="1405" y="2865"/>
                  </a:moveTo>
                  <a:lnTo>
                    <a:pt x="0" y="2865"/>
                  </a:lnTo>
                  <a:lnTo>
                    <a:pt x="0" y="619"/>
                  </a:lnTo>
                  <a:cubicBezTo>
                    <a:pt x="0" y="506"/>
                    <a:pt x="57" y="338"/>
                    <a:pt x="169" y="282"/>
                  </a:cubicBezTo>
                  <a:cubicBezTo>
                    <a:pt x="618" y="1"/>
                    <a:pt x="1405" y="169"/>
                    <a:pt x="1405" y="675"/>
                  </a:cubicBezTo>
                  <a:lnTo>
                    <a:pt x="1405" y="2865"/>
                  </a:lnTo>
                  <a:close/>
                </a:path>
              </a:pathLst>
            </a:custGeom>
            <a:solidFill>
              <a:srgbClr val="7A7A7A">
                <a:alpha val="60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6" name="Google Shape;13426;p34"/>
            <p:cNvSpPr/>
            <p:nvPr/>
          </p:nvSpPr>
          <p:spPr>
            <a:xfrm>
              <a:off x="482288" y="3014151"/>
              <a:ext cx="83113" cy="98877"/>
            </a:xfrm>
            <a:custGeom>
              <a:avLst/>
              <a:gdLst/>
              <a:ahLst/>
              <a:cxnLst/>
              <a:rect l="l" t="t" r="r" b="b"/>
              <a:pathLst>
                <a:path w="1181" h="1405" extrusionOk="0">
                  <a:moveTo>
                    <a:pt x="1068" y="618"/>
                  </a:moveTo>
                  <a:cubicBezTo>
                    <a:pt x="1180" y="1404"/>
                    <a:pt x="1" y="1404"/>
                    <a:pt x="57" y="618"/>
                  </a:cubicBezTo>
                  <a:cubicBezTo>
                    <a:pt x="169" y="0"/>
                    <a:pt x="1012" y="0"/>
                    <a:pt x="1068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7" name="Google Shape;13427;p34"/>
            <p:cNvSpPr/>
            <p:nvPr/>
          </p:nvSpPr>
          <p:spPr>
            <a:xfrm>
              <a:off x="482288" y="3029915"/>
              <a:ext cx="79172" cy="59397"/>
            </a:xfrm>
            <a:custGeom>
              <a:avLst/>
              <a:gdLst/>
              <a:ahLst/>
              <a:cxnLst/>
              <a:rect l="l" t="t" r="r" b="b"/>
              <a:pathLst>
                <a:path w="1125" h="844" extrusionOk="0">
                  <a:moveTo>
                    <a:pt x="225" y="57"/>
                  </a:moveTo>
                  <a:cubicBezTo>
                    <a:pt x="338" y="1"/>
                    <a:pt x="394" y="1"/>
                    <a:pt x="506" y="1"/>
                  </a:cubicBezTo>
                  <a:cubicBezTo>
                    <a:pt x="899" y="1"/>
                    <a:pt x="1124" y="450"/>
                    <a:pt x="956" y="787"/>
                  </a:cubicBezTo>
                  <a:cubicBezTo>
                    <a:pt x="843" y="843"/>
                    <a:pt x="787" y="843"/>
                    <a:pt x="675" y="843"/>
                  </a:cubicBezTo>
                  <a:cubicBezTo>
                    <a:pt x="282" y="843"/>
                    <a:pt x="1" y="394"/>
                    <a:pt x="225" y="57"/>
                  </a:cubicBezTo>
                  <a:close/>
                </a:path>
              </a:pathLst>
            </a:custGeom>
            <a:solidFill>
              <a:srgbClr val="7A7A7A">
                <a:alpha val="60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28" name="Google Shape;13428;p34"/>
          <p:cNvGrpSpPr/>
          <p:nvPr/>
        </p:nvGrpSpPr>
        <p:grpSpPr>
          <a:xfrm rot="-2381116">
            <a:off x="6996033" y="-591576"/>
            <a:ext cx="2068744" cy="1891162"/>
            <a:chOff x="7264558" y="158760"/>
            <a:chExt cx="2580234" cy="2405871"/>
          </a:xfrm>
        </p:grpSpPr>
        <p:sp>
          <p:nvSpPr>
            <p:cNvPr id="13429" name="Google Shape;13429;p34"/>
            <p:cNvSpPr/>
            <p:nvPr/>
          </p:nvSpPr>
          <p:spPr>
            <a:xfrm rot="923072" flipH="1">
              <a:off x="8757029" y="1390196"/>
              <a:ext cx="963666" cy="1065701"/>
            </a:xfrm>
            <a:custGeom>
              <a:avLst/>
              <a:gdLst/>
              <a:ahLst/>
              <a:cxnLst/>
              <a:rect l="l" t="t" r="r" b="b"/>
              <a:pathLst>
                <a:path w="14450" h="15980" extrusionOk="0">
                  <a:moveTo>
                    <a:pt x="14450" y="4114"/>
                  </a:moveTo>
                  <a:lnTo>
                    <a:pt x="9238" y="1"/>
                  </a:lnTo>
                  <a:lnTo>
                    <a:pt x="0" y="11888"/>
                  </a:lnTo>
                  <a:lnTo>
                    <a:pt x="5190" y="159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0" name="Google Shape;13430;p34"/>
            <p:cNvSpPr/>
            <p:nvPr/>
          </p:nvSpPr>
          <p:spPr>
            <a:xfrm rot="923072" flipH="1">
              <a:off x="8758525" y="1432433"/>
              <a:ext cx="906246" cy="1016884"/>
            </a:xfrm>
            <a:custGeom>
              <a:avLst/>
              <a:gdLst/>
              <a:ahLst/>
              <a:cxnLst/>
              <a:rect l="l" t="t" r="r" b="b"/>
              <a:pathLst>
                <a:path w="13589" h="15248" extrusionOk="0">
                  <a:moveTo>
                    <a:pt x="1" y="11759"/>
                  </a:moveTo>
                  <a:lnTo>
                    <a:pt x="4437" y="15247"/>
                  </a:lnTo>
                  <a:lnTo>
                    <a:pt x="13589" y="3511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1" name="Google Shape;13431;p34"/>
            <p:cNvSpPr/>
            <p:nvPr/>
          </p:nvSpPr>
          <p:spPr>
            <a:xfrm rot="923072" flipH="1">
              <a:off x="8811828" y="1439434"/>
              <a:ext cx="855962" cy="976670"/>
            </a:xfrm>
            <a:custGeom>
              <a:avLst/>
              <a:gdLst/>
              <a:ahLst/>
              <a:cxnLst/>
              <a:rect l="l" t="t" r="r" b="b"/>
              <a:pathLst>
                <a:path w="12835" h="14645" extrusionOk="0">
                  <a:moveTo>
                    <a:pt x="12835" y="2930"/>
                  </a:moveTo>
                  <a:lnTo>
                    <a:pt x="9131" y="1"/>
                  </a:lnTo>
                  <a:lnTo>
                    <a:pt x="0" y="11716"/>
                  </a:lnTo>
                  <a:lnTo>
                    <a:pt x="3726" y="1464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2" name="Google Shape;13432;p34"/>
            <p:cNvSpPr/>
            <p:nvPr/>
          </p:nvSpPr>
          <p:spPr>
            <a:xfrm rot="3331772" flipH="1">
              <a:off x="8263789" y="876268"/>
              <a:ext cx="818680" cy="652023"/>
            </a:xfrm>
            <a:custGeom>
              <a:avLst/>
              <a:gdLst/>
              <a:ahLst/>
              <a:cxnLst/>
              <a:rect l="l" t="t" r="r" b="b"/>
              <a:pathLst>
                <a:path w="12276" h="9777" extrusionOk="0">
                  <a:moveTo>
                    <a:pt x="9820" y="9777"/>
                  </a:moveTo>
                  <a:lnTo>
                    <a:pt x="12275" y="5362"/>
                  </a:lnTo>
                  <a:lnTo>
                    <a:pt x="2456" y="0"/>
                  </a:lnTo>
                  <a:lnTo>
                    <a:pt x="1" y="44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3" name="Google Shape;13433;p34"/>
            <p:cNvSpPr/>
            <p:nvPr/>
          </p:nvSpPr>
          <p:spPr>
            <a:xfrm rot="3331772" flipH="1">
              <a:off x="8215349" y="830790"/>
              <a:ext cx="789870" cy="613276"/>
            </a:xfrm>
            <a:custGeom>
              <a:avLst/>
              <a:gdLst/>
              <a:ahLst/>
              <a:cxnLst/>
              <a:rect l="l" t="t" r="r" b="b"/>
              <a:pathLst>
                <a:path w="11844" h="9196" extrusionOk="0">
                  <a:moveTo>
                    <a:pt x="11844" y="5534"/>
                  </a:moveTo>
                  <a:lnTo>
                    <a:pt x="2132" y="0"/>
                  </a:lnTo>
                  <a:lnTo>
                    <a:pt x="0" y="3661"/>
                  </a:lnTo>
                  <a:lnTo>
                    <a:pt x="9712" y="9195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4" name="Google Shape;13434;p34"/>
            <p:cNvSpPr/>
            <p:nvPr/>
          </p:nvSpPr>
          <p:spPr>
            <a:xfrm rot="3331772" flipH="1">
              <a:off x="7454277" y="326969"/>
              <a:ext cx="647755" cy="455289"/>
            </a:xfrm>
            <a:custGeom>
              <a:avLst/>
              <a:gdLst/>
              <a:ahLst/>
              <a:cxnLst/>
              <a:rect l="l" t="t" r="r" b="b"/>
              <a:pathLst>
                <a:path w="9713" h="6827" extrusionOk="0">
                  <a:moveTo>
                    <a:pt x="0" y="4005"/>
                  </a:moveTo>
                  <a:lnTo>
                    <a:pt x="2369" y="0"/>
                  </a:lnTo>
                  <a:lnTo>
                    <a:pt x="7408" y="3532"/>
                  </a:lnTo>
                  <a:lnTo>
                    <a:pt x="9712" y="6374"/>
                  </a:lnTo>
                  <a:lnTo>
                    <a:pt x="9002" y="6826"/>
                  </a:lnTo>
                  <a:lnTo>
                    <a:pt x="6698" y="4005"/>
                  </a:lnTo>
                  <a:lnTo>
                    <a:pt x="3381" y="2046"/>
                  </a:lnTo>
                  <a:lnTo>
                    <a:pt x="1788" y="478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5" name="Google Shape;13435;p34"/>
            <p:cNvSpPr/>
            <p:nvPr/>
          </p:nvSpPr>
          <p:spPr>
            <a:xfrm rot="3331772" flipH="1">
              <a:off x="7331536" y="611852"/>
              <a:ext cx="619012" cy="488367"/>
            </a:xfrm>
            <a:custGeom>
              <a:avLst/>
              <a:gdLst/>
              <a:ahLst/>
              <a:cxnLst/>
              <a:rect l="l" t="t" r="r" b="b"/>
              <a:pathLst>
                <a:path w="9282" h="7323" extrusionOk="0">
                  <a:moveTo>
                    <a:pt x="2347" y="0"/>
                  </a:moveTo>
                  <a:lnTo>
                    <a:pt x="0" y="4006"/>
                  </a:lnTo>
                  <a:lnTo>
                    <a:pt x="5556" y="6698"/>
                  </a:lnTo>
                  <a:lnTo>
                    <a:pt x="9152" y="7322"/>
                  </a:lnTo>
                  <a:lnTo>
                    <a:pt x="9281" y="6396"/>
                  </a:lnTo>
                  <a:lnTo>
                    <a:pt x="5621" y="5858"/>
                  </a:lnTo>
                  <a:lnTo>
                    <a:pt x="2304" y="3898"/>
                  </a:lnTo>
                  <a:lnTo>
                    <a:pt x="3898" y="11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6" name="Google Shape;13436;p34"/>
            <p:cNvSpPr/>
            <p:nvPr/>
          </p:nvSpPr>
          <p:spPr>
            <a:xfrm rot="3331772" flipH="1">
              <a:off x="7460178" y="331564"/>
              <a:ext cx="623346" cy="425145"/>
            </a:xfrm>
            <a:custGeom>
              <a:avLst/>
              <a:gdLst/>
              <a:ahLst/>
              <a:cxnLst/>
              <a:rect l="l" t="t" r="r" b="b"/>
              <a:pathLst>
                <a:path w="9347" h="6375" extrusionOk="0">
                  <a:moveTo>
                    <a:pt x="2305" y="0"/>
                  </a:moveTo>
                  <a:lnTo>
                    <a:pt x="7042" y="3317"/>
                  </a:lnTo>
                  <a:lnTo>
                    <a:pt x="9346" y="6159"/>
                  </a:lnTo>
                  <a:lnTo>
                    <a:pt x="9002" y="6375"/>
                  </a:lnTo>
                  <a:lnTo>
                    <a:pt x="6676" y="3963"/>
                  </a:lnTo>
                  <a:lnTo>
                    <a:pt x="3360" y="2025"/>
                  </a:lnTo>
                  <a:lnTo>
                    <a:pt x="3338" y="2025"/>
                  </a:lnTo>
                  <a:lnTo>
                    <a:pt x="3015" y="1831"/>
                  </a:lnTo>
                  <a:lnTo>
                    <a:pt x="1422" y="4566"/>
                  </a:lnTo>
                  <a:lnTo>
                    <a:pt x="1" y="394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7" name="Google Shape;13437;p34"/>
            <p:cNvSpPr/>
            <p:nvPr/>
          </p:nvSpPr>
          <p:spPr>
            <a:xfrm rot="3331772" flipH="1">
              <a:off x="7335639" y="617739"/>
              <a:ext cx="588868" cy="472562"/>
            </a:xfrm>
            <a:custGeom>
              <a:avLst/>
              <a:gdLst/>
              <a:ahLst/>
              <a:cxnLst/>
              <a:rect l="l" t="t" r="r" b="b"/>
              <a:pathLst>
                <a:path w="8830" h="7086" extrusionOk="0">
                  <a:moveTo>
                    <a:pt x="1" y="3941"/>
                  </a:moveTo>
                  <a:lnTo>
                    <a:pt x="5212" y="6461"/>
                  </a:lnTo>
                  <a:lnTo>
                    <a:pt x="8808" y="7085"/>
                  </a:lnTo>
                  <a:lnTo>
                    <a:pt x="8830" y="6676"/>
                  </a:lnTo>
                  <a:lnTo>
                    <a:pt x="5600" y="5793"/>
                  </a:lnTo>
                  <a:lnTo>
                    <a:pt x="5277" y="5621"/>
                  </a:lnTo>
                  <a:lnTo>
                    <a:pt x="5277" y="5621"/>
                  </a:lnTo>
                  <a:lnTo>
                    <a:pt x="1960" y="3661"/>
                  </a:lnTo>
                  <a:lnTo>
                    <a:pt x="3554" y="926"/>
                  </a:lnTo>
                  <a:lnTo>
                    <a:pt x="2326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8" name="Google Shape;13438;p34"/>
            <p:cNvSpPr/>
            <p:nvPr/>
          </p:nvSpPr>
          <p:spPr>
            <a:xfrm rot="3331772" flipH="1">
              <a:off x="7910830" y="771890"/>
              <a:ext cx="324644" cy="270026"/>
            </a:xfrm>
            <a:custGeom>
              <a:avLst/>
              <a:gdLst/>
              <a:ahLst/>
              <a:cxnLst/>
              <a:rect l="l" t="t" r="r" b="b"/>
              <a:pathLst>
                <a:path w="4868" h="4049" extrusionOk="0">
                  <a:moveTo>
                    <a:pt x="3769" y="4049"/>
                  </a:moveTo>
                  <a:lnTo>
                    <a:pt x="4867" y="2175"/>
                  </a:lnTo>
                  <a:lnTo>
                    <a:pt x="1099" y="0"/>
                  </a:lnTo>
                  <a:lnTo>
                    <a:pt x="0" y="189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9" name="Google Shape;13439;p34"/>
            <p:cNvSpPr/>
            <p:nvPr/>
          </p:nvSpPr>
          <p:spPr>
            <a:xfrm rot="3331772" flipH="1">
              <a:off x="8036047" y="837811"/>
              <a:ext cx="202536" cy="198201"/>
            </a:xfrm>
            <a:custGeom>
              <a:avLst/>
              <a:gdLst/>
              <a:ahLst/>
              <a:cxnLst/>
              <a:rect l="l" t="t" r="r" b="b"/>
              <a:pathLst>
                <a:path w="3037" h="2972" extrusionOk="0">
                  <a:moveTo>
                    <a:pt x="3037" y="1120"/>
                  </a:moveTo>
                  <a:lnTo>
                    <a:pt x="1099" y="0"/>
                  </a:lnTo>
                  <a:lnTo>
                    <a:pt x="0" y="1895"/>
                  </a:lnTo>
                  <a:lnTo>
                    <a:pt x="1895" y="2972"/>
                  </a:lnTo>
                  <a:cubicBezTo>
                    <a:pt x="2520" y="2541"/>
                    <a:pt x="2929" y="1852"/>
                    <a:pt x="3037" y="112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0" name="Google Shape;13440;p34"/>
            <p:cNvSpPr/>
            <p:nvPr/>
          </p:nvSpPr>
          <p:spPr>
            <a:xfrm rot="3331772" flipH="1">
              <a:off x="7767321" y="694060"/>
              <a:ext cx="284431" cy="291566"/>
            </a:xfrm>
            <a:custGeom>
              <a:avLst/>
              <a:gdLst/>
              <a:ahLst/>
              <a:cxnLst/>
              <a:rect l="l" t="t" r="r" b="b"/>
              <a:pathLst>
                <a:path w="4265" h="4372" extrusionOk="0">
                  <a:moveTo>
                    <a:pt x="3942" y="1637"/>
                  </a:moveTo>
                  <a:cubicBezTo>
                    <a:pt x="3446" y="151"/>
                    <a:pt x="1401" y="0"/>
                    <a:pt x="690" y="1400"/>
                  </a:cubicBezTo>
                  <a:cubicBezTo>
                    <a:pt x="1" y="2800"/>
                    <a:pt x="1336" y="4372"/>
                    <a:pt x="2843" y="3876"/>
                  </a:cubicBezTo>
                  <a:cubicBezTo>
                    <a:pt x="3748" y="3553"/>
                    <a:pt x="4265" y="2563"/>
                    <a:pt x="3942" y="163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1" name="Google Shape;13441;p34"/>
            <p:cNvSpPr/>
            <p:nvPr/>
          </p:nvSpPr>
          <p:spPr>
            <a:xfrm rot="3331772" flipH="1">
              <a:off x="7749472" y="687662"/>
              <a:ext cx="277295" cy="290166"/>
            </a:xfrm>
            <a:custGeom>
              <a:avLst/>
              <a:gdLst/>
              <a:ahLst/>
              <a:cxnLst/>
              <a:rect l="l" t="t" r="r" b="b"/>
              <a:pathLst>
                <a:path w="4158" h="4351" extrusionOk="0">
                  <a:moveTo>
                    <a:pt x="3640" y="1422"/>
                  </a:moveTo>
                  <a:cubicBezTo>
                    <a:pt x="3511" y="1056"/>
                    <a:pt x="3274" y="754"/>
                    <a:pt x="2973" y="539"/>
                  </a:cubicBezTo>
                  <a:cubicBezTo>
                    <a:pt x="2154" y="1"/>
                    <a:pt x="1056" y="237"/>
                    <a:pt x="518" y="1056"/>
                  </a:cubicBezTo>
                  <a:cubicBezTo>
                    <a:pt x="1" y="1874"/>
                    <a:pt x="216" y="2972"/>
                    <a:pt x="1035" y="3489"/>
                  </a:cubicBezTo>
                  <a:cubicBezTo>
                    <a:pt x="2434" y="4351"/>
                    <a:pt x="4157" y="2994"/>
                    <a:pt x="3640" y="142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2" name="Google Shape;13442;p34"/>
            <p:cNvSpPr/>
            <p:nvPr/>
          </p:nvSpPr>
          <p:spPr>
            <a:xfrm rot="3331772" flipH="1">
              <a:off x="8774554" y="1149893"/>
              <a:ext cx="527114" cy="528581"/>
            </a:xfrm>
            <a:custGeom>
              <a:avLst/>
              <a:gdLst/>
              <a:ahLst/>
              <a:cxnLst/>
              <a:rect l="l" t="t" r="r" b="b"/>
              <a:pathLst>
                <a:path w="7904" h="7926" extrusionOk="0">
                  <a:moveTo>
                    <a:pt x="3166" y="453"/>
                  </a:moveTo>
                  <a:cubicBezTo>
                    <a:pt x="5104" y="1"/>
                    <a:pt x="7042" y="1228"/>
                    <a:pt x="7472" y="3167"/>
                  </a:cubicBezTo>
                  <a:cubicBezTo>
                    <a:pt x="7903" y="5105"/>
                    <a:pt x="6697" y="7043"/>
                    <a:pt x="4759" y="7473"/>
                  </a:cubicBezTo>
                  <a:cubicBezTo>
                    <a:pt x="2800" y="7926"/>
                    <a:pt x="883" y="6698"/>
                    <a:pt x="452" y="4760"/>
                  </a:cubicBezTo>
                  <a:cubicBezTo>
                    <a:pt x="0" y="2822"/>
                    <a:pt x="1228" y="884"/>
                    <a:pt x="3166" y="4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3" name="Google Shape;13443;p34"/>
            <p:cNvSpPr/>
            <p:nvPr/>
          </p:nvSpPr>
          <p:spPr>
            <a:xfrm rot="3331772" flipH="1">
              <a:off x="8770383" y="1172151"/>
              <a:ext cx="499838" cy="475429"/>
            </a:xfrm>
            <a:custGeom>
              <a:avLst/>
              <a:gdLst/>
              <a:ahLst/>
              <a:cxnLst/>
              <a:rect l="l" t="t" r="r" b="b"/>
              <a:pathLst>
                <a:path w="7495" h="7129" extrusionOk="0">
                  <a:moveTo>
                    <a:pt x="6224" y="969"/>
                  </a:moveTo>
                  <a:cubicBezTo>
                    <a:pt x="6633" y="1422"/>
                    <a:pt x="6913" y="1982"/>
                    <a:pt x="7063" y="2585"/>
                  </a:cubicBezTo>
                  <a:cubicBezTo>
                    <a:pt x="7494" y="4523"/>
                    <a:pt x="6267" y="6461"/>
                    <a:pt x="4329" y="6891"/>
                  </a:cubicBezTo>
                  <a:cubicBezTo>
                    <a:pt x="3252" y="7128"/>
                    <a:pt x="2132" y="6870"/>
                    <a:pt x="1271" y="6181"/>
                  </a:cubicBezTo>
                  <a:cubicBezTo>
                    <a:pt x="862" y="5707"/>
                    <a:pt x="560" y="5147"/>
                    <a:pt x="431" y="4566"/>
                  </a:cubicBezTo>
                  <a:cubicBezTo>
                    <a:pt x="0" y="2606"/>
                    <a:pt x="1206" y="690"/>
                    <a:pt x="3144" y="259"/>
                  </a:cubicBezTo>
                  <a:cubicBezTo>
                    <a:pt x="4221" y="0"/>
                    <a:pt x="5362" y="280"/>
                    <a:pt x="6224" y="9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4" name="Google Shape;13444;p34"/>
            <p:cNvSpPr/>
            <p:nvPr/>
          </p:nvSpPr>
          <p:spPr>
            <a:xfrm rot="3331772" flipH="1">
              <a:off x="8856178" y="1246629"/>
              <a:ext cx="304504" cy="304504"/>
            </a:xfrm>
            <a:custGeom>
              <a:avLst/>
              <a:gdLst/>
              <a:ahLst/>
              <a:cxnLst/>
              <a:rect l="l" t="t" r="r" b="b"/>
              <a:pathLst>
                <a:path w="4566" h="4566" extrusionOk="0">
                  <a:moveTo>
                    <a:pt x="1831" y="259"/>
                  </a:moveTo>
                  <a:cubicBezTo>
                    <a:pt x="2951" y="1"/>
                    <a:pt x="4070" y="690"/>
                    <a:pt x="4329" y="1831"/>
                  </a:cubicBezTo>
                  <a:cubicBezTo>
                    <a:pt x="4566" y="2951"/>
                    <a:pt x="3877" y="4049"/>
                    <a:pt x="2735" y="4307"/>
                  </a:cubicBezTo>
                  <a:cubicBezTo>
                    <a:pt x="1615" y="4566"/>
                    <a:pt x="517" y="3855"/>
                    <a:pt x="259" y="2735"/>
                  </a:cubicBezTo>
                  <a:cubicBezTo>
                    <a:pt x="0" y="1616"/>
                    <a:pt x="711" y="496"/>
                    <a:pt x="1831" y="2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5" name="Google Shape;13445;p34"/>
            <p:cNvSpPr/>
            <p:nvPr/>
          </p:nvSpPr>
          <p:spPr>
            <a:xfrm rot="3331772" flipH="1">
              <a:off x="8885173" y="1261957"/>
              <a:ext cx="305905" cy="304504"/>
            </a:xfrm>
            <a:custGeom>
              <a:avLst/>
              <a:gdLst/>
              <a:ahLst/>
              <a:cxnLst/>
              <a:rect l="l" t="t" r="r" b="b"/>
              <a:pathLst>
                <a:path w="4587" h="4566" extrusionOk="0">
                  <a:moveTo>
                    <a:pt x="1831" y="259"/>
                  </a:moveTo>
                  <a:cubicBezTo>
                    <a:pt x="2950" y="1"/>
                    <a:pt x="4070" y="711"/>
                    <a:pt x="4329" y="1831"/>
                  </a:cubicBezTo>
                  <a:cubicBezTo>
                    <a:pt x="4587" y="2951"/>
                    <a:pt x="3876" y="4071"/>
                    <a:pt x="2757" y="4308"/>
                  </a:cubicBezTo>
                  <a:cubicBezTo>
                    <a:pt x="1637" y="4566"/>
                    <a:pt x="517" y="3855"/>
                    <a:pt x="259" y="2736"/>
                  </a:cubicBezTo>
                  <a:cubicBezTo>
                    <a:pt x="0" y="1616"/>
                    <a:pt x="711" y="496"/>
                    <a:pt x="1831" y="2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6" name="Google Shape;13446;p34"/>
            <p:cNvSpPr/>
            <p:nvPr/>
          </p:nvSpPr>
          <p:spPr>
            <a:xfrm rot="3331772" flipH="1">
              <a:off x="8883748" y="1274666"/>
              <a:ext cx="271426" cy="262890"/>
            </a:xfrm>
            <a:custGeom>
              <a:avLst/>
              <a:gdLst/>
              <a:ahLst/>
              <a:cxnLst/>
              <a:rect l="l" t="t" r="r" b="b"/>
              <a:pathLst>
                <a:path w="4070" h="3942" extrusionOk="0">
                  <a:moveTo>
                    <a:pt x="3122" y="216"/>
                  </a:moveTo>
                  <a:cubicBezTo>
                    <a:pt x="3467" y="496"/>
                    <a:pt x="3725" y="905"/>
                    <a:pt x="3812" y="1357"/>
                  </a:cubicBezTo>
                  <a:cubicBezTo>
                    <a:pt x="4070" y="2477"/>
                    <a:pt x="3359" y="3597"/>
                    <a:pt x="2240" y="3834"/>
                  </a:cubicBezTo>
                  <a:cubicBezTo>
                    <a:pt x="1809" y="3941"/>
                    <a:pt x="1357" y="3898"/>
                    <a:pt x="948" y="3704"/>
                  </a:cubicBezTo>
                  <a:cubicBezTo>
                    <a:pt x="581" y="3403"/>
                    <a:pt x="345" y="3015"/>
                    <a:pt x="237" y="2563"/>
                  </a:cubicBezTo>
                  <a:cubicBezTo>
                    <a:pt x="0" y="1443"/>
                    <a:pt x="689" y="345"/>
                    <a:pt x="1809" y="87"/>
                  </a:cubicBezTo>
                  <a:cubicBezTo>
                    <a:pt x="2240" y="0"/>
                    <a:pt x="2713" y="43"/>
                    <a:pt x="3122" y="216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7" name="Google Shape;13447;p34"/>
            <p:cNvSpPr/>
            <p:nvPr/>
          </p:nvSpPr>
          <p:spPr>
            <a:xfrm rot="3331772" flipH="1">
              <a:off x="8907416" y="1287899"/>
              <a:ext cx="251353" cy="245617"/>
            </a:xfrm>
            <a:custGeom>
              <a:avLst/>
              <a:gdLst/>
              <a:ahLst/>
              <a:cxnLst/>
              <a:rect l="l" t="t" r="r" b="b"/>
              <a:pathLst>
                <a:path w="3769" h="3683" extrusionOk="0">
                  <a:moveTo>
                    <a:pt x="754" y="3510"/>
                  </a:moveTo>
                  <a:cubicBezTo>
                    <a:pt x="496" y="3252"/>
                    <a:pt x="324" y="2929"/>
                    <a:pt x="259" y="2563"/>
                  </a:cubicBezTo>
                  <a:cubicBezTo>
                    <a:pt x="0" y="1443"/>
                    <a:pt x="711" y="345"/>
                    <a:pt x="1831" y="87"/>
                  </a:cubicBezTo>
                  <a:cubicBezTo>
                    <a:pt x="2240" y="0"/>
                    <a:pt x="2649" y="22"/>
                    <a:pt x="3037" y="173"/>
                  </a:cubicBezTo>
                  <a:cubicBezTo>
                    <a:pt x="3274" y="453"/>
                    <a:pt x="3446" y="776"/>
                    <a:pt x="3511" y="1120"/>
                  </a:cubicBezTo>
                  <a:cubicBezTo>
                    <a:pt x="3769" y="2240"/>
                    <a:pt x="3058" y="3338"/>
                    <a:pt x="1939" y="3597"/>
                  </a:cubicBezTo>
                  <a:cubicBezTo>
                    <a:pt x="1551" y="3683"/>
                    <a:pt x="1120" y="3640"/>
                    <a:pt x="754" y="3510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8" name="Google Shape;13448;p34"/>
            <p:cNvSpPr/>
            <p:nvPr/>
          </p:nvSpPr>
          <p:spPr>
            <a:xfrm rot="3331772" flipH="1">
              <a:off x="8069427" y="802729"/>
              <a:ext cx="406539" cy="406472"/>
            </a:xfrm>
            <a:custGeom>
              <a:avLst/>
              <a:gdLst/>
              <a:ahLst/>
              <a:cxnLst/>
              <a:rect l="l" t="t" r="r" b="b"/>
              <a:pathLst>
                <a:path w="6096" h="6095" extrusionOk="0">
                  <a:moveTo>
                    <a:pt x="2219" y="453"/>
                  </a:moveTo>
                  <a:cubicBezTo>
                    <a:pt x="3662" y="0"/>
                    <a:pt x="5191" y="797"/>
                    <a:pt x="5643" y="2219"/>
                  </a:cubicBezTo>
                  <a:cubicBezTo>
                    <a:pt x="6095" y="3661"/>
                    <a:pt x="5320" y="5190"/>
                    <a:pt x="3877" y="5642"/>
                  </a:cubicBezTo>
                  <a:cubicBezTo>
                    <a:pt x="2434" y="6095"/>
                    <a:pt x="905" y="5319"/>
                    <a:pt x="453" y="3877"/>
                  </a:cubicBezTo>
                  <a:cubicBezTo>
                    <a:pt x="1" y="2434"/>
                    <a:pt x="776" y="905"/>
                    <a:pt x="2219" y="4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9" name="Google Shape;13449;p34"/>
            <p:cNvSpPr/>
            <p:nvPr/>
          </p:nvSpPr>
          <p:spPr>
            <a:xfrm rot="3331772" flipH="1">
              <a:off x="8067008" y="820259"/>
              <a:ext cx="384998" cy="363391"/>
            </a:xfrm>
            <a:custGeom>
              <a:avLst/>
              <a:gdLst/>
              <a:ahLst/>
              <a:cxnLst/>
              <a:rect l="l" t="t" r="r" b="b"/>
              <a:pathLst>
                <a:path w="5773" h="5449" extrusionOk="0">
                  <a:moveTo>
                    <a:pt x="4588" y="604"/>
                  </a:moveTo>
                  <a:cubicBezTo>
                    <a:pt x="4932" y="927"/>
                    <a:pt x="5191" y="1336"/>
                    <a:pt x="5320" y="1767"/>
                  </a:cubicBezTo>
                  <a:cubicBezTo>
                    <a:pt x="5772" y="3209"/>
                    <a:pt x="4997" y="4738"/>
                    <a:pt x="3554" y="5190"/>
                  </a:cubicBezTo>
                  <a:cubicBezTo>
                    <a:pt x="2757" y="5449"/>
                    <a:pt x="1874" y="5320"/>
                    <a:pt x="1185" y="4846"/>
                  </a:cubicBezTo>
                  <a:cubicBezTo>
                    <a:pt x="841" y="4523"/>
                    <a:pt x="582" y="4114"/>
                    <a:pt x="453" y="3683"/>
                  </a:cubicBezTo>
                  <a:cubicBezTo>
                    <a:pt x="1" y="2240"/>
                    <a:pt x="798" y="711"/>
                    <a:pt x="2219" y="259"/>
                  </a:cubicBezTo>
                  <a:cubicBezTo>
                    <a:pt x="3016" y="1"/>
                    <a:pt x="3899" y="130"/>
                    <a:pt x="4588" y="6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0" name="Google Shape;13450;p34"/>
            <p:cNvSpPr/>
            <p:nvPr/>
          </p:nvSpPr>
          <p:spPr>
            <a:xfrm rot="3331772" flipH="1">
              <a:off x="8133193" y="873591"/>
              <a:ext cx="235614" cy="237014"/>
            </a:xfrm>
            <a:custGeom>
              <a:avLst/>
              <a:gdLst/>
              <a:ahLst/>
              <a:cxnLst/>
              <a:rect l="l" t="t" r="r" b="b"/>
              <a:pathLst>
                <a:path w="3533" h="3554" extrusionOk="0">
                  <a:moveTo>
                    <a:pt x="1292" y="281"/>
                  </a:moveTo>
                  <a:cubicBezTo>
                    <a:pt x="2111" y="1"/>
                    <a:pt x="2994" y="475"/>
                    <a:pt x="3274" y="1293"/>
                  </a:cubicBezTo>
                  <a:cubicBezTo>
                    <a:pt x="3532" y="2133"/>
                    <a:pt x="3080" y="3016"/>
                    <a:pt x="2240" y="3274"/>
                  </a:cubicBezTo>
                  <a:cubicBezTo>
                    <a:pt x="1400" y="3554"/>
                    <a:pt x="517" y="3080"/>
                    <a:pt x="259" y="2262"/>
                  </a:cubicBezTo>
                  <a:cubicBezTo>
                    <a:pt x="0" y="1422"/>
                    <a:pt x="453" y="539"/>
                    <a:pt x="1292" y="2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1" name="Google Shape;13451;p34"/>
            <p:cNvSpPr/>
            <p:nvPr/>
          </p:nvSpPr>
          <p:spPr>
            <a:xfrm rot="3331772" flipH="1">
              <a:off x="8153582" y="888572"/>
              <a:ext cx="237014" cy="235614"/>
            </a:xfrm>
            <a:custGeom>
              <a:avLst/>
              <a:gdLst/>
              <a:ahLst/>
              <a:cxnLst/>
              <a:rect l="l" t="t" r="r" b="b"/>
              <a:pathLst>
                <a:path w="3554" h="3533" extrusionOk="0">
                  <a:moveTo>
                    <a:pt x="1292" y="259"/>
                  </a:moveTo>
                  <a:cubicBezTo>
                    <a:pt x="2132" y="1"/>
                    <a:pt x="3015" y="453"/>
                    <a:pt x="3274" y="1271"/>
                  </a:cubicBezTo>
                  <a:cubicBezTo>
                    <a:pt x="3553" y="2111"/>
                    <a:pt x="3080" y="2994"/>
                    <a:pt x="2261" y="3252"/>
                  </a:cubicBezTo>
                  <a:cubicBezTo>
                    <a:pt x="1422" y="3532"/>
                    <a:pt x="539" y="3058"/>
                    <a:pt x="280" y="2240"/>
                  </a:cubicBezTo>
                  <a:cubicBezTo>
                    <a:pt x="0" y="1400"/>
                    <a:pt x="474" y="517"/>
                    <a:pt x="1292" y="2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2" name="Google Shape;13452;p34"/>
            <p:cNvSpPr/>
            <p:nvPr/>
          </p:nvSpPr>
          <p:spPr>
            <a:xfrm rot="3331772" flipH="1">
              <a:off x="8154453" y="898451"/>
              <a:ext cx="211206" cy="201069"/>
            </a:xfrm>
            <a:custGeom>
              <a:avLst/>
              <a:gdLst/>
              <a:ahLst/>
              <a:cxnLst/>
              <a:rect l="l" t="t" r="r" b="b"/>
              <a:pathLst>
                <a:path w="3167" h="3015" extrusionOk="0">
                  <a:moveTo>
                    <a:pt x="2305" y="129"/>
                  </a:moveTo>
                  <a:cubicBezTo>
                    <a:pt x="2585" y="323"/>
                    <a:pt x="2779" y="603"/>
                    <a:pt x="2887" y="926"/>
                  </a:cubicBezTo>
                  <a:cubicBezTo>
                    <a:pt x="3166" y="1766"/>
                    <a:pt x="2693" y="2649"/>
                    <a:pt x="1874" y="2907"/>
                  </a:cubicBezTo>
                  <a:cubicBezTo>
                    <a:pt x="1551" y="3015"/>
                    <a:pt x="1185" y="3015"/>
                    <a:pt x="862" y="2907"/>
                  </a:cubicBezTo>
                  <a:cubicBezTo>
                    <a:pt x="582" y="2692"/>
                    <a:pt x="389" y="2412"/>
                    <a:pt x="281" y="2089"/>
                  </a:cubicBezTo>
                  <a:cubicBezTo>
                    <a:pt x="1" y="1249"/>
                    <a:pt x="475" y="366"/>
                    <a:pt x="1293" y="108"/>
                  </a:cubicBezTo>
                  <a:cubicBezTo>
                    <a:pt x="1616" y="0"/>
                    <a:pt x="1982" y="0"/>
                    <a:pt x="2305" y="12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3" name="Google Shape;13453;p34"/>
            <p:cNvSpPr/>
            <p:nvPr/>
          </p:nvSpPr>
          <p:spPr>
            <a:xfrm rot="3331772" flipH="1">
              <a:off x="8172654" y="908033"/>
              <a:ext cx="194000" cy="189598"/>
            </a:xfrm>
            <a:custGeom>
              <a:avLst/>
              <a:gdLst/>
              <a:ahLst/>
              <a:cxnLst/>
              <a:rect l="l" t="t" r="r" b="b"/>
              <a:pathLst>
                <a:path w="2909" h="2843" extrusionOk="0">
                  <a:moveTo>
                    <a:pt x="712" y="2778"/>
                  </a:moveTo>
                  <a:cubicBezTo>
                    <a:pt x="496" y="2584"/>
                    <a:pt x="367" y="2347"/>
                    <a:pt x="281" y="2089"/>
                  </a:cubicBezTo>
                  <a:cubicBezTo>
                    <a:pt x="1" y="1249"/>
                    <a:pt x="475" y="366"/>
                    <a:pt x="1293" y="108"/>
                  </a:cubicBezTo>
                  <a:cubicBezTo>
                    <a:pt x="1594" y="22"/>
                    <a:pt x="1918" y="0"/>
                    <a:pt x="2219" y="86"/>
                  </a:cubicBezTo>
                  <a:cubicBezTo>
                    <a:pt x="2413" y="280"/>
                    <a:pt x="2564" y="517"/>
                    <a:pt x="2650" y="775"/>
                  </a:cubicBezTo>
                  <a:cubicBezTo>
                    <a:pt x="2908" y="1615"/>
                    <a:pt x="2456" y="2498"/>
                    <a:pt x="1616" y="2756"/>
                  </a:cubicBezTo>
                  <a:cubicBezTo>
                    <a:pt x="1315" y="2843"/>
                    <a:pt x="1013" y="2843"/>
                    <a:pt x="712" y="2756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4" name="Google Shape;13454;p34"/>
            <p:cNvSpPr/>
            <p:nvPr/>
          </p:nvSpPr>
          <p:spPr>
            <a:xfrm rot="3331772" flipH="1">
              <a:off x="7807881" y="746340"/>
              <a:ext cx="165257" cy="169525"/>
            </a:xfrm>
            <a:custGeom>
              <a:avLst/>
              <a:gdLst/>
              <a:ahLst/>
              <a:cxnLst/>
              <a:rect l="l" t="t" r="r" b="b"/>
              <a:pathLst>
                <a:path w="2478" h="2542" extrusionOk="0">
                  <a:moveTo>
                    <a:pt x="2305" y="948"/>
                  </a:moveTo>
                  <a:cubicBezTo>
                    <a:pt x="2003" y="87"/>
                    <a:pt x="819" y="1"/>
                    <a:pt x="410" y="819"/>
                  </a:cubicBezTo>
                  <a:cubicBezTo>
                    <a:pt x="1" y="1638"/>
                    <a:pt x="776" y="2542"/>
                    <a:pt x="1659" y="2241"/>
                  </a:cubicBezTo>
                  <a:cubicBezTo>
                    <a:pt x="2197" y="2068"/>
                    <a:pt x="2477" y="1487"/>
                    <a:pt x="2305" y="94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5" name="Google Shape;13455;p34"/>
            <p:cNvSpPr/>
            <p:nvPr/>
          </p:nvSpPr>
          <p:spPr>
            <a:xfrm rot="3331772" flipH="1">
              <a:off x="7824901" y="752845"/>
              <a:ext cx="165190" cy="168057"/>
            </a:xfrm>
            <a:custGeom>
              <a:avLst/>
              <a:gdLst/>
              <a:ahLst/>
              <a:cxnLst/>
              <a:rect l="l" t="t" r="r" b="b"/>
              <a:pathLst>
                <a:path w="2477" h="2520" extrusionOk="0">
                  <a:moveTo>
                    <a:pt x="2305" y="948"/>
                  </a:moveTo>
                  <a:cubicBezTo>
                    <a:pt x="2003" y="86"/>
                    <a:pt x="819" y="0"/>
                    <a:pt x="410" y="797"/>
                  </a:cubicBezTo>
                  <a:cubicBezTo>
                    <a:pt x="0" y="1615"/>
                    <a:pt x="776" y="2520"/>
                    <a:pt x="1659" y="2240"/>
                  </a:cubicBezTo>
                  <a:cubicBezTo>
                    <a:pt x="2175" y="2068"/>
                    <a:pt x="2477" y="1486"/>
                    <a:pt x="2305" y="94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13416;p34">
            <a:extLst>
              <a:ext uri="{FF2B5EF4-FFF2-40B4-BE49-F238E27FC236}">
                <a16:creationId xmlns:a16="http://schemas.microsoft.com/office/drawing/2014/main" id="{E78E294F-AFFF-861C-8BEF-E175AE52BC15}"/>
              </a:ext>
            </a:extLst>
          </p:cNvPr>
          <p:cNvSpPr txBox="1">
            <a:spLocks/>
          </p:cNvSpPr>
          <p:nvPr/>
        </p:nvSpPr>
        <p:spPr>
          <a:xfrm>
            <a:off x="2619270" y="2916976"/>
            <a:ext cx="3794557" cy="133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DM Sans"/>
              <a:buAutoNum type="arabi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 algn="ctr">
              <a:buNone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Strategy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Proportional linear controller 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Proportional angular controller 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correction using odometry 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Simultaneous translation and rotation</a:t>
            </a:r>
          </a:p>
        </p:txBody>
      </p:sp>
      <p:sp>
        <p:nvSpPr>
          <p:cNvPr id="5" name="Google Shape;13416;p34">
            <a:extLst>
              <a:ext uri="{FF2B5EF4-FFF2-40B4-BE49-F238E27FC236}">
                <a16:creationId xmlns:a16="http://schemas.microsoft.com/office/drawing/2014/main" id="{EC4163EC-C064-0B96-2E1F-7051B9F3F9E7}"/>
              </a:ext>
            </a:extLst>
          </p:cNvPr>
          <p:cNvSpPr txBox="1">
            <a:spLocks/>
          </p:cNvSpPr>
          <p:nvPr/>
        </p:nvSpPr>
        <p:spPr>
          <a:xfrm>
            <a:off x="5077691" y="993781"/>
            <a:ext cx="3870880" cy="150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DM Sans"/>
              <a:buAutoNum type="arabi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 algn="ctr">
              <a:buNone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Proportional Control?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to implement 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behaviour 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for this application 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Velocity naturally decreases near the goal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14">
          <a:extLst>
            <a:ext uri="{FF2B5EF4-FFF2-40B4-BE49-F238E27FC236}">
              <a16:creationId xmlns:a16="http://schemas.microsoft.com/office/drawing/2014/main" id="{1C2DACBC-673E-132A-9C72-B413E9B53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5" name="Google Shape;13415;p34">
            <a:extLst>
              <a:ext uri="{FF2B5EF4-FFF2-40B4-BE49-F238E27FC236}">
                <a16:creationId xmlns:a16="http://schemas.microsoft.com/office/drawing/2014/main" id="{EF805D9C-7A43-1806-6931-A09AEB66C3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97" y="45752"/>
            <a:ext cx="7221490" cy="10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Pose Error Computation</a:t>
            </a:r>
            <a:endParaRPr dirty="0"/>
          </a:p>
        </p:txBody>
      </p:sp>
      <p:sp>
        <p:nvSpPr>
          <p:cNvPr id="13416" name="Google Shape;13416;p34">
            <a:extLst>
              <a:ext uri="{FF2B5EF4-FFF2-40B4-BE49-F238E27FC236}">
                <a16:creationId xmlns:a16="http://schemas.microsoft.com/office/drawing/2014/main" id="{5B359BFF-5C4F-21E4-30BF-4F1C9A8765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405394"/>
            <a:ext cx="4145692" cy="7650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Distance Error</a:t>
            </a:r>
          </a:p>
          <a:p>
            <a:pPr marL="139700" indent="0">
              <a:buNone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distance_error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√(dx² + dy²)</a:t>
            </a:r>
          </a:p>
        </p:txBody>
      </p:sp>
      <p:grpSp>
        <p:nvGrpSpPr>
          <p:cNvPr id="13418" name="Google Shape;13418;p34">
            <a:extLst>
              <a:ext uri="{FF2B5EF4-FFF2-40B4-BE49-F238E27FC236}">
                <a16:creationId xmlns:a16="http://schemas.microsoft.com/office/drawing/2014/main" id="{61A9E984-2090-3E79-06F2-211447AE6322}"/>
              </a:ext>
            </a:extLst>
          </p:cNvPr>
          <p:cNvGrpSpPr/>
          <p:nvPr/>
        </p:nvGrpSpPr>
        <p:grpSpPr>
          <a:xfrm>
            <a:off x="4265255" y="4521513"/>
            <a:ext cx="300558" cy="283271"/>
            <a:chOff x="4265255" y="4521513"/>
            <a:chExt cx="300558" cy="283271"/>
          </a:xfrm>
        </p:grpSpPr>
        <p:sp>
          <p:nvSpPr>
            <p:cNvPr id="13419" name="Google Shape;13419;p34">
              <a:extLst>
                <a:ext uri="{FF2B5EF4-FFF2-40B4-BE49-F238E27FC236}">
                  <a16:creationId xmlns:a16="http://schemas.microsoft.com/office/drawing/2014/main" id="{3BCB8C27-55FD-CDF5-3D7F-DE866CE66BDE}"/>
                </a:ext>
              </a:extLst>
            </p:cNvPr>
            <p:cNvSpPr/>
            <p:nvPr/>
          </p:nvSpPr>
          <p:spPr>
            <a:xfrm>
              <a:off x="4265255" y="4521513"/>
              <a:ext cx="300557" cy="283271"/>
            </a:xfrm>
            <a:custGeom>
              <a:avLst/>
              <a:gdLst/>
              <a:ahLst/>
              <a:cxnLst/>
              <a:rect l="l" t="t" r="r" b="b"/>
              <a:pathLst>
                <a:path w="2921" h="2753" extrusionOk="0">
                  <a:moveTo>
                    <a:pt x="450" y="1910"/>
                  </a:moveTo>
                  <a:cubicBezTo>
                    <a:pt x="0" y="955"/>
                    <a:pt x="955" y="1"/>
                    <a:pt x="1910" y="338"/>
                  </a:cubicBezTo>
                  <a:cubicBezTo>
                    <a:pt x="2921" y="731"/>
                    <a:pt x="2921" y="2079"/>
                    <a:pt x="1966" y="2528"/>
                  </a:cubicBezTo>
                  <a:cubicBezTo>
                    <a:pt x="1404" y="2753"/>
                    <a:pt x="730" y="2528"/>
                    <a:pt x="450" y="19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0" name="Google Shape;13420;p34">
              <a:extLst>
                <a:ext uri="{FF2B5EF4-FFF2-40B4-BE49-F238E27FC236}">
                  <a16:creationId xmlns:a16="http://schemas.microsoft.com/office/drawing/2014/main" id="{7F4A2A16-479F-3E41-2B51-30939A290DC4}"/>
                </a:ext>
              </a:extLst>
            </p:cNvPr>
            <p:cNvSpPr/>
            <p:nvPr/>
          </p:nvSpPr>
          <p:spPr>
            <a:xfrm>
              <a:off x="4322980" y="4544665"/>
              <a:ext cx="242833" cy="225444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573"/>
                  </a:moveTo>
                  <a:cubicBezTo>
                    <a:pt x="1" y="1124"/>
                    <a:pt x="226" y="618"/>
                    <a:pt x="619" y="450"/>
                  </a:cubicBezTo>
                  <a:cubicBezTo>
                    <a:pt x="1630" y="0"/>
                    <a:pt x="2360" y="1517"/>
                    <a:pt x="1349" y="2022"/>
                  </a:cubicBezTo>
                  <a:cubicBezTo>
                    <a:pt x="900" y="2191"/>
                    <a:pt x="394" y="2022"/>
                    <a:pt x="169" y="15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1" name="Google Shape;13421;p34">
              <a:extLst>
                <a:ext uri="{FF2B5EF4-FFF2-40B4-BE49-F238E27FC236}">
                  <a16:creationId xmlns:a16="http://schemas.microsoft.com/office/drawing/2014/main" id="{708D7391-1B8D-5A1B-7D10-E39735BE9F25}"/>
                </a:ext>
              </a:extLst>
            </p:cNvPr>
            <p:cNvSpPr/>
            <p:nvPr/>
          </p:nvSpPr>
          <p:spPr>
            <a:xfrm>
              <a:off x="4328845" y="4590865"/>
              <a:ext cx="167616" cy="179243"/>
            </a:xfrm>
            <a:custGeom>
              <a:avLst/>
              <a:gdLst/>
              <a:ahLst/>
              <a:cxnLst/>
              <a:rect l="l" t="t" r="r" b="b"/>
              <a:pathLst>
                <a:path w="1629" h="1742" extrusionOk="0">
                  <a:moveTo>
                    <a:pt x="112" y="1124"/>
                  </a:moveTo>
                  <a:cubicBezTo>
                    <a:pt x="0" y="843"/>
                    <a:pt x="56" y="562"/>
                    <a:pt x="225" y="281"/>
                  </a:cubicBezTo>
                  <a:cubicBezTo>
                    <a:pt x="281" y="225"/>
                    <a:pt x="337" y="169"/>
                    <a:pt x="449" y="169"/>
                  </a:cubicBezTo>
                  <a:cubicBezTo>
                    <a:pt x="843" y="1"/>
                    <a:pt x="1348" y="169"/>
                    <a:pt x="1517" y="562"/>
                  </a:cubicBezTo>
                  <a:cubicBezTo>
                    <a:pt x="1629" y="843"/>
                    <a:pt x="1629" y="1124"/>
                    <a:pt x="1460" y="1405"/>
                  </a:cubicBezTo>
                  <a:cubicBezTo>
                    <a:pt x="1404" y="1461"/>
                    <a:pt x="1292" y="1517"/>
                    <a:pt x="1236" y="1573"/>
                  </a:cubicBezTo>
                  <a:cubicBezTo>
                    <a:pt x="786" y="1742"/>
                    <a:pt x="337" y="1517"/>
                    <a:pt x="112" y="11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2" name="Google Shape;13422;p34">
              <a:extLst>
                <a:ext uri="{FF2B5EF4-FFF2-40B4-BE49-F238E27FC236}">
                  <a16:creationId xmlns:a16="http://schemas.microsoft.com/office/drawing/2014/main" id="{FEB61EE4-22E8-4824-DDBC-417363F8F9F2}"/>
                </a:ext>
              </a:extLst>
            </p:cNvPr>
            <p:cNvSpPr/>
            <p:nvPr/>
          </p:nvSpPr>
          <p:spPr>
            <a:xfrm>
              <a:off x="4357656" y="4619779"/>
              <a:ext cx="115757" cy="109892"/>
            </a:xfrm>
            <a:custGeom>
              <a:avLst/>
              <a:gdLst/>
              <a:ahLst/>
              <a:cxnLst/>
              <a:rect l="l" t="t" r="r" b="b"/>
              <a:pathLst>
                <a:path w="1125" h="1068" extrusionOk="0">
                  <a:moveTo>
                    <a:pt x="563" y="1068"/>
                  </a:moveTo>
                  <a:cubicBezTo>
                    <a:pt x="226" y="1011"/>
                    <a:pt x="1" y="674"/>
                    <a:pt x="57" y="337"/>
                  </a:cubicBezTo>
                  <a:cubicBezTo>
                    <a:pt x="57" y="225"/>
                    <a:pt x="113" y="113"/>
                    <a:pt x="226" y="0"/>
                  </a:cubicBezTo>
                  <a:cubicBezTo>
                    <a:pt x="169" y="57"/>
                    <a:pt x="169" y="169"/>
                    <a:pt x="113" y="225"/>
                  </a:cubicBezTo>
                  <a:cubicBezTo>
                    <a:pt x="57" y="562"/>
                    <a:pt x="282" y="899"/>
                    <a:pt x="675" y="955"/>
                  </a:cubicBezTo>
                  <a:cubicBezTo>
                    <a:pt x="843" y="955"/>
                    <a:pt x="1012" y="899"/>
                    <a:pt x="1124" y="787"/>
                  </a:cubicBezTo>
                  <a:cubicBezTo>
                    <a:pt x="1012" y="955"/>
                    <a:pt x="787" y="1068"/>
                    <a:pt x="563" y="1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23" name="Google Shape;13423;p34">
            <a:extLst>
              <a:ext uri="{FF2B5EF4-FFF2-40B4-BE49-F238E27FC236}">
                <a16:creationId xmlns:a16="http://schemas.microsoft.com/office/drawing/2014/main" id="{0BEBC767-C0F1-4C29-16E6-35856708A72D}"/>
              </a:ext>
            </a:extLst>
          </p:cNvPr>
          <p:cNvGrpSpPr/>
          <p:nvPr/>
        </p:nvGrpSpPr>
        <p:grpSpPr>
          <a:xfrm>
            <a:off x="5177919" y="4475313"/>
            <a:ext cx="156092" cy="306422"/>
            <a:chOff x="474406" y="2974600"/>
            <a:chExt cx="106759" cy="209577"/>
          </a:xfrm>
        </p:grpSpPr>
        <p:sp>
          <p:nvSpPr>
            <p:cNvPr id="13424" name="Google Shape;13424;p34">
              <a:extLst>
                <a:ext uri="{FF2B5EF4-FFF2-40B4-BE49-F238E27FC236}">
                  <a16:creationId xmlns:a16="http://schemas.microsoft.com/office/drawing/2014/main" id="{3F91331A-C905-1031-ABF6-2E421A1A45BA}"/>
                </a:ext>
              </a:extLst>
            </p:cNvPr>
            <p:cNvSpPr/>
            <p:nvPr/>
          </p:nvSpPr>
          <p:spPr>
            <a:xfrm>
              <a:off x="474406" y="2974600"/>
              <a:ext cx="106759" cy="209577"/>
            </a:xfrm>
            <a:custGeom>
              <a:avLst/>
              <a:gdLst/>
              <a:ahLst/>
              <a:cxnLst/>
              <a:rect l="l" t="t" r="r" b="b"/>
              <a:pathLst>
                <a:path w="1517" h="2978" extrusionOk="0">
                  <a:moveTo>
                    <a:pt x="1517" y="2977"/>
                  </a:moveTo>
                  <a:lnTo>
                    <a:pt x="0" y="2977"/>
                  </a:lnTo>
                  <a:lnTo>
                    <a:pt x="0" y="731"/>
                  </a:lnTo>
                  <a:cubicBezTo>
                    <a:pt x="0" y="0"/>
                    <a:pt x="1517" y="0"/>
                    <a:pt x="1517" y="7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5" name="Google Shape;13425;p34">
              <a:extLst>
                <a:ext uri="{FF2B5EF4-FFF2-40B4-BE49-F238E27FC236}">
                  <a16:creationId xmlns:a16="http://schemas.microsoft.com/office/drawing/2014/main" id="{A289636E-51A2-B5CE-4237-3081E94CF5FB}"/>
                </a:ext>
              </a:extLst>
            </p:cNvPr>
            <p:cNvSpPr/>
            <p:nvPr/>
          </p:nvSpPr>
          <p:spPr>
            <a:xfrm>
              <a:off x="474406" y="2982482"/>
              <a:ext cx="98877" cy="201695"/>
            </a:xfrm>
            <a:custGeom>
              <a:avLst/>
              <a:gdLst/>
              <a:ahLst/>
              <a:cxnLst/>
              <a:rect l="l" t="t" r="r" b="b"/>
              <a:pathLst>
                <a:path w="1405" h="2866" extrusionOk="0">
                  <a:moveTo>
                    <a:pt x="1405" y="2865"/>
                  </a:moveTo>
                  <a:lnTo>
                    <a:pt x="0" y="2865"/>
                  </a:lnTo>
                  <a:lnTo>
                    <a:pt x="0" y="619"/>
                  </a:lnTo>
                  <a:cubicBezTo>
                    <a:pt x="0" y="506"/>
                    <a:pt x="57" y="338"/>
                    <a:pt x="169" y="282"/>
                  </a:cubicBezTo>
                  <a:cubicBezTo>
                    <a:pt x="618" y="1"/>
                    <a:pt x="1405" y="169"/>
                    <a:pt x="1405" y="675"/>
                  </a:cubicBezTo>
                  <a:lnTo>
                    <a:pt x="1405" y="2865"/>
                  </a:lnTo>
                  <a:close/>
                </a:path>
              </a:pathLst>
            </a:custGeom>
            <a:solidFill>
              <a:srgbClr val="7A7A7A">
                <a:alpha val="60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6" name="Google Shape;13426;p34">
              <a:extLst>
                <a:ext uri="{FF2B5EF4-FFF2-40B4-BE49-F238E27FC236}">
                  <a16:creationId xmlns:a16="http://schemas.microsoft.com/office/drawing/2014/main" id="{B998BC58-98B1-713B-CDBF-8E869FAE814D}"/>
                </a:ext>
              </a:extLst>
            </p:cNvPr>
            <p:cNvSpPr/>
            <p:nvPr/>
          </p:nvSpPr>
          <p:spPr>
            <a:xfrm>
              <a:off x="482288" y="3014151"/>
              <a:ext cx="83113" cy="98877"/>
            </a:xfrm>
            <a:custGeom>
              <a:avLst/>
              <a:gdLst/>
              <a:ahLst/>
              <a:cxnLst/>
              <a:rect l="l" t="t" r="r" b="b"/>
              <a:pathLst>
                <a:path w="1181" h="1405" extrusionOk="0">
                  <a:moveTo>
                    <a:pt x="1068" y="618"/>
                  </a:moveTo>
                  <a:cubicBezTo>
                    <a:pt x="1180" y="1404"/>
                    <a:pt x="1" y="1404"/>
                    <a:pt x="57" y="618"/>
                  </a:cubicBezTo>
                  <a:cubicBezTo>
                    <a:pt x="169" y="0"/>
                    <a:pt x="1012" y="0"/>
                    <a:pt x="1068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7" name="Google Shape;13427;p34">
              <a:extLst>
                <a:ext uri="{FF2B5EF4-FFF2-40B4-BE49-F238E27FC236}">
                  <a16:creationId xmlns:a16="http://schemas.microsoft.com/office/drawing/2014/main" id="{4CA1EB15-23D6-8B2C-4BEB-C662DCC0E354}"/>
                </a:ext>
              </a:extLst>
            </p:cNvPr>
            <p:cNvSpPr/>
            <p:nvPr/>
          </p:nvSpPr>
          <p:spPr>
            <a:xfrm>
              <a:off x="482288" y="3029915"/>
              <a:ext cx="79172" cy="59397"/>
            </a:xfrm>
            <a:custGeom>
              <a:avLst/>
              <a:gdLst/>
              <a:ahLst/>
              <a:cxnLst/>
              <a:rect l="l" t="t" r="r" b="b"/>
              <a:pathLst>
                <a:path w="1125" h="844" extrusionOk="0">
                  <a:moveTo>
                    <a:pt x="225" y="57"/>
                  </a:moveTo>
                  <a:cubicBezTo>
                    <a:pt x="338" y="1"/>
                    <a:pt x="394" y="1"/>
                    <a:pt x="506" y="1"/>
                  </a:cubicBezTo>
                  <a:cubicBezTo>
                    <a:pt x="899" y="1"/>
                    <a:pt x="1124" y="450"/>
                    <a:pt x="956" y="787"/>
                  </a:cubicBezTo>
                  <a:cubicBezTo>
                    <a:pt x="843" y="843"/>
                    <a:pt x="787" y="843"/>
                    <a:pt x="675" y="843"/>
                  </a:cubicBezTo>
                  <a:cubicBezTo>
                    <a:pt x="282" y="843"/>
                    <a:pt x="1" y="394"/>
                    <a:pt x="225" y="57"/>
                  </a:cubicBezTo>
                  <a:close/>
                </a:path>
              </a:pathLst>
            </a:custGeom>
            <a:solidFill>
              <a:srgbClr val="7A7A7A">
                <a:alpha val="60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28" name="Google Shape;13428;p34">
            <a:extLst>
              <a:ext uri="{FF2B5EF4-FFF2-40B4-BE49-F238E27FC236}">
                <a16:creationId xmlns:a16="http://schemas.microsoft.com/office/drawing/2014/main" id="{96D812B2-6892-F33F-84A2-E21BAB9E66EC}"/>
              </a:ext>
            </a:extLst>
          </p:cNvPr>
          <p:cNvGrpSpPr/>
          <p:nvPr/>
        </p:nvGrpSpPr>
        <p:grpSpPr>
          <a:xfrm rot="-2381116">
            <a:off x="7248070" y="-473688"/>
            <a:ext cx="2580355" cy="2405984"/>
            <a:chOff x="7264558" y="158760"/>
            <a:chExt cx="2580234" cy="2405871"/>
          </a:xfrm>
        </p:grpSpPr>
        <p:sp>
          <p:nvSpPr>
            <p:cNvPr id="13429" name="Google Shape;13429;p34">
              <a:extLst>
                <a:ext uri="{FF2B5EF4-FFF2-40B4-BE49-F238E27FC236}">
                  <a16:creationId xmlns:a16="http://schemas.microsoft.com/office/drawing/2014/main" id="{780F0050-10C4-F211-E5AD-51B70DEC9E3F}"/>
                </a:ext>
              </a:extLst>
            </p:cNvPr>
            <p:cNvSpPr/>
            <p:nvPr/>
          </p:nvSpPr>
          <p:spPr>
            <a:xfrm rot="923072" flipH="1">
              <a:off x="8757029" y="1390196"/>
              <a:ext cx="963666" cy="1065701"/>
            </a:xfrm>
            <a:custGeom>
              <a:avLst/>
              <a:gdLst/>
              <a:ahLst/>
              <a:cxnLst/>
              <a:rect l="l" t="t" r="r" b="b"/>
              <a:pathLst>
                <a:path w="14450" h="15980" extrusionOk="0">
                  <a:moveTo>
                    <a:pt x="14450" y="4114"/>
                  </a:moveTo>
                  <a:lnTo>
                    <a:pt x="9238" y="1"/>
                  </a:lnTo>
                  <a:lnTo>
                    <a:pt x="0" y="11888"/>
                  </a:lnTo>
                  <a:lnTo>
                    <a:pt x="5190" y="159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0" name="Google Shape;13430;p34">
              <a:extLst>
                <a:ext uri="{FF2B5EF4-FFF2-40B4-BE49-F238E27FC236}">
                  <a16:creationId xmlns:a16="http://schemas.microsoft.com/office/drawing/2014/main" id="{5B012E39-62AF-2F51-FF36-BC87275A897A}"/>
                </a:ext>
              </a:extLst>
            </p:cNvPr>
            <p:cNvSpPr/>
            <p:nvPr/>
          </p:nvSpPr>
          <p:spPr>
            <a:xfrm rot="923072" flipH="1">
              <a:off x="8758525" y="1432433"/>
              <a:ext cx="906246" cy="1016884"/>
            </a:xfrm>
            <a:custGeom>
              <a:avLst/>
              <a:gdLst/>
              <a:ahLst/>
              <a:cxnLst/>
              <a:rect l="l" t="t" r="r" b="b"/>
              <a:pathLst>
                <a:path w="13589" h="15248" extrusionOk="0">
                  <a:moveTo>
                    <a:pt x="1" y="11759"/>
                  </a:moveTo>
                  <a:lnTo>
                    <a:pt x="4437" y="15247"/>
                  </a:lnTo>
                  <a:lnTo>
                    <a:pt x="13589" y="3511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1" name="Google Shape;13431;p34">
              <a:extLst>
                <a:ext uri="{FF2B5EF4-FFF2-40B4-BE49-F238E27FC236}">
                  <a16:creationId xmlns:a16="http://schemas.microsoft.com/office/drawing/2014/main" id="{78EF2790-9C32-9C45-E69B-82B4E3FFFB47}"/>
                </a:ext>
              </a:extLst>
            </p:cNvPr>
            <p:cNvSpPr/>
            <p:nvPr/>
          </p:nvSpPr>
          <p:spPr>
            <a:xfrm rot="923072" flipH="1">
              <a:off x="8811828" y="1439434"/>
              <a:ext cx="855962" cy="976670"/>
            </a:xfrm>
            <a:custGeom>
              <a:avLst/>
              <a:gdLst/>
              <a:ahLst/>
              <a:cxnLst/>
              <a:rect l="l" t="t" r="r" b="b"/>
              <a:pathLst>
                <a:path w="12835" h="14645" extrusionOk="0">
                  <a:moveTo>
                    <a:pt x="12835" y="2930"/>
                  </a:moveTo>
                  <a:lnTo>
                    <a:pt x="9131" y="1"/>
                  </a:lnTo>
                  <a:lnTo>
                    <a:pt x="0" y="11716"/>
                  </a:lnTo>
                  <a:lnTo>
                    <a:pt x="3726" y="1464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2" name="Google Shape;13432;p34">
              <a:extLst>
                <a:ext uri="{FF2B5EF4-FFF2-40B4-BE49-F238E27FC236}">
                  <a16:creationId xmlns:a16="http://schemas.microsoft.com/office/drawing/2014/main" id="{E623DA51-0D44-F53B-9402-08385893F252}"/>
                </a:ext>
              </a:extLst>
            </p:cNvPr>
            <p:cNvSpPr/>
            <p:nvPr/>
          </p:nvSpPr>
          <p:spPr>
            <a:xfrm rot="3331772" flipH="1">
              <a:off x="8263789" y="876268"/>
              <a:ext cx="818680" cy="652023"/>
            </a:xfrm>
            <a:custGeom>
              <a:avLst/>
              <a:gdLst/>
              <a:ahLst/>
              <a:cxnLst/>
              <a:rect l="l" t="t" r="r" b="b"/>
              <a:pathLst>
                <a:path w="12276" h="9777" extrusionOk="0">
                  <a:moveTo>
                    <a:pt x="9820" y="9777"/>
                  </a:moveTo>
                  <a:lnTo>
                    <a:pt x="12275" y="5362"/>
                  </a:lnTo>
                  <a:lnTo>
                    <a:pt x="2456" y="0"/>
                  </a:lnTo>
                  <a:lnTo>
                    <a:pt x="1" y="44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3" name="Google Shape;13433;p34">
              <a:extLst>
                <a:ext uri="{FF2B5EF4-FFF2-40B4-BE49-F238E27FC236}">
                  <a16:creationId xmlns:a16="http://schemas.microsoft.com/office/drawing/2014/main" id="{C75DBA5B-7669-F9EC-D38E-502BB3AD616E}"/>
                </a:ext>
              </a:extLst>
            </p:cNvPr>
            <p:cNvSpPr/>
            <p:nvPr/>
          </p:nvSpPr>
          <p:spPr>
            <a:xfrm rot="3331772" flipH="1">
              <a:off x="8215349" y="830790"/>
              <a:ext cx="789870" cy="613276"/>
            </a:xfrm>
            <a:custGeom>
              <a:avLst/>
              <a:gdLst/>
              <a:ahLst/>
              <a:cxnLst/>
              <a:rect l="l" t="t" r="r" b="b"/>
              <a:pathLst>
                <a:path w="11844" h="9196" extrusionOk="0">
                  <a:moveTo>
                    <a:pt x="11844" y="5534"/>
                  </a:moveTo>
                  <a:lnTo>
                    <a:pt x="2132" y="0"/>
                  </a:lnTo>
                  <a:lnTo>
                    <a:pt x="0" y="3661"/>
                  </a:lnTo>
                  <a:lnTo>
                    <a:pt x="9712" y="9195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4" name="Google Shape;13434;p34">
              <a:extLst>
                <a:ext uri="{FF2B5EF4-FFF2-40B4-BE49-F238E27FC236}">
                  <a16:creationId xmlns:a16="http://schemas.microsoft.com/office/drawing/2014/main" id="{B67680D6-475E-6EC1-CC09-9DB5CDABC95A}"/>
                </a:ext>
              </a:extLst>
            </p:cNvPr>
            <p:cNvSpPr/>
            <p:nvPr/>
          </p:nvSpPr>
          <p:spPr>
            <a:xfrm rot="3331772" flipH="1">
              <a:off x="7454277" y="326969"/>
              <a:ext cx="647755" cy="455289"/>
            </a:xfrm>
            <a:custGeom>
              <a:avLst/>
              <a:gdLst/>
              <a:ahLst/>
              <a:cxnLst/>
              <a:rect l="l" t="t" r="r" b="b"/>
              <a:pathLst>
                <a:path w="9713" h="6827" extrusionOk="0">
                  <a:moveTo>
                    <a:pt x="0" y="4005"/>
                  </a:moveTo>
                  <a:lnTo>
                    <a:pt x="2369" y="0"/>
                  </a:lnTo>
                  <a:lnTo>
                    <a:pt x="7408" y="3532"/>
                  </a:lnTo>
                  <a:lnTo>
                    <a:pt x="9712" y="6374"/>
                  </a:lnTo>
                  <a:lnTo>
                    <a:pt x="9002" y="6826"/>
                  </a:lnTo>
                  <a:lnTo>
                    <a:pt x="6698" y="4005"/>
                  </a:lnTo>
                  <a:lnTo>
                    <a:pt x="3381" y="2046"/>
                  </a:lnTo>
                  <a:lnTo>
                    <a:pt x="1788" y="478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5" name="Google Shape;13435;p34">
              <a:extLst>
                <a:ext uri="{FF2B5EF4-FFF2-40B4-BE49-F238E27FC236}">
                  <a16:creationId xmlns:a16="http://schemas.microsoft.com/office/drawing/2014/main" id="{252C90DF-90D1-6937-EB20-C950972F15EC}"/>
                </a:ext>
              </a:extLst>
            </p:cNvPr>
            <p:cNvSpPr/>
            <p:nvPr/>
          </p:nvSpPr>
          <p:spPr>
            <a:xfrm rot="3331772" flipH="1">
              <a:off x="7331536" y="611852"/>
              <a:ext cx="619012" cy="488367"/>
            </a:xfrm>
            <a:custGeom>
              <a:avLst/>
              <a:gdLst/>
              <a:ahLst/>
              <a:cxnLst/>
              <a:rect l="l" t="t" r="r" b="b"/>
              <a:pathLst>
                <a:path w="9282" h="7323" extrusionOk="0">
                  <a:moveTo>
                    <a:pt x="2347" y="0"/>
                  </a:moveTo>
                  <a:lnTo>
                    <a:pt x="0" y="4006"/>
                  </a:lnTo>
                  <a:lnTo>
                    <a:pt x="5556" y="6698"/>
                  </a:lnTo>
                  <a:lnTo>
                    <a:pt x="9152" y="7322"/>
                  </a:lnTo>
                  <a:lnTo>
                    <a:pt x="9281" y="6396"/>
                  </a:lnTo>
                  <a:lnTo>
                    <a:pt x="5621" y="5858"/>
                  </a:lnTo>
                  <a:lnTo>
                    <a:pt x="2304" y="3898"/>
                  </a:lnTo>
                  <a:lnTo>
                    <a:pt x="3898" y="11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6" name="Google Shape;13436;p34">
              <a:extLst>
                <a:ext uri="{FF2B5EF4-FFF2-40B4-BE49-F238E27FC236}">
                  <a16:creationId xmlns:a16="http://schemas.microsoft.com/office/drawing/2014/main" id="{4F7B1B91-71C3-AEA2-7015-38BAE04B6049}"/>
                </a:ext>
              </a:extLst>
            </p:cNvPr>
            <p:cNvSpPr/>
            <p:nvPr/>
          </p:nvSpPr>
          <p:spPr>
            <a:xfrm rot="3331772" flipH="1">
              <a:off x="7460178" y="331564"/>
              <a:ext cx="623346" cy="425145"/>
            </a:xfrm>
            <a:custGeom>
              <a:avLst/>
              <a:gdLst/>
              <a:ahLst/>
              <a:cxnLst/>
              <a:rect l="l" t="t" r="r" b="b"/>
              <a:pathLst>
                <a:path w="9347" h="6375" extrusionOk="0">
                  <a:moveTo>
                    <a:pt x="2305" y="0"/>
                  </a:moveTo>
                  <a:lnTo>
                    <a:pt x="7042" y="3317"/>
                  </a:lnTo>
                  <a:lnTo>
                    <a:pt x="9346" y="6159"/>
                  </a:lnTo>
                  <a:lnTo>
                    <a:pt x="9002" y="6375"/>
                  </a:lnTo>
                  <a:lnTo>
                    <a:pt x="6676" y="3963"/>
                  </a:lnTo>
                  <a:lnTo>
                    <a:pt x="3360" y="2025"/>
                  </a:lnTo>
                  <a:lnTo>
                    <a:pt x="3338" y="2025"/>
                  </a:lnTo>
                  <a:lnTo>
                    <a:pt x="3015" y="1831"/>
                  </a:lnTo>
                  <a:lnTo>
                    <a:pt x="1422" y="4566"/>
                  </a:lnTo>
                  <a:lnTo>
                    <a:pt x="1" y="394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7" name="Google Shape;13437;p34">
              <a:extLst>
                <a:ext uri="{FF2B5EF4-FFF2-40B4-BE49-F238E27FC236}">
                  <a16:creationId xmlns:a16="http://schemas.microsoft.com/office/drawing/2014/main" id="{7D91194A-9FF2-5663-0A2E-63C6621C56C9}"/>
                </a:ext>
              </a:extLst>
            </p:cNvPr>
            <p:cNvSpPr/>
            <p:nvPr/>
          </p:nvSpPr>
          <p:spPr>
            <a:xfrm rot="3331772" flipH="1">
              <a:off x="7335639" y="617739"/>
              <a:ext cx="588868" cy="472562"/>
            </a:xfrm>
            <a:custGeom>
              <a:avLst/>
              <a:gdLst/>
              <a:ahLst/>
              <a:cxnLst/>
              <a:rect l="l" t="t" r="r" b="b"/>
              <a:pathLst>
                <a:path w="8830" h="7086" extrusionOk="0">
                  <a:moveTo>
                    <a:pt x="1" y="3941"/>
                  </a:moveTo>
                  <a:lnTo>
                    <a:pt x="5212" y="6461"/>
                  </a:lnTo>
                  <a:lnTo>
                    <a:pt x="8808" y="7085"/>
                  </a:lnTo>
                  <a:lnTo>
                    <a:pt x="8830" y="6676"/>
                  </a:lnTo>
                  <a:lnTo>
                    <a:pt x="5600" y="5793"/>
                  </a:lnTo>
                  <a:lnTo>
                    <a:pt x="5277" y="5621"/>
                  </a:lnTo>
                  <a:lnTo>
                    <a:pt x="5277" y="5621"/>
                  </a:lnTo>
                  <a:lnTo>
                    <a:pt x="1960" y="3661"/>
                  </a:lnTo>
                  <a:lnTo>
                    <a:pt x="3554" y="926"/>
                  </a:lnTo>
                  <a:lnTo>
                    <a:pt x="2326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8" name="Google Shape;13438;p34">
              <a:extLst>
                <a:ext uri="{FF2B5EF4-FFF2-40B4-BE49-F238E27FC236}">
                  <a16:creationId xmlns:a16="http://schemas.microsoft.com/office/drawing/2014/main" id="{7B1290FE-C669-79E5-BDA7-C3AC002D40B4}"/>
                </a:ext>
              </a:extLst>
            </p:cNvPr>
            <p:cNvSpPr/>
            <p:nvPr/>
          </p:nvSpPr>
          <p:spPr>
            <a:xfrm rot="3331772" flipH="1">
              <a:off x="7910830" y="771890"/>
              <a:ext cx="324644" cy="270026"/>
            </a:xfrm>
            <a:custGeom>
              <a:avLst/>
              <a:gdLst/>
              <a:ahLst/>
              <a:cxnLst/>
              <a:rect l="l" t="t" r="r" b="b"/>
              <a:pathLst>
                <a:path w="4868" h="4049" extrusionOk="0">
                  <a:moveTo>
                    <a:pt x="3769" y="4049"/>
                  </a:moveTo>
                  <a:lnTo>
                    <a:pt x="4867" y="2175"/>
                  </a:lnTo>
                  <a:lnTo>
                    <a:pt x="1099" y="0"/>
                  </a:lnTo>
                  <a:lnTo>
                    <a:pt x="0" y="189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9" name="Google Shape;13439;p34">
              <a:extLst>
                <a:ext uri="{FF2B5EF4-FFF2-40B4-BE49-F238E27FC236}">
                  <a16:creationId xmlns:a16="http://schemas.microsoft.com/office/drawing/2014/main" id="{3446C7B3-A4A5-753D-9431-CB23EFC97491}"/>
                </a:ext>
              </a:extLst>
            </p:cNvPr>
            <p:cNvSpPr/>
            <p:nvPr/>
          </p:nvSpPr>
          <p:spPr>
            <a:xfrm rot="3331772" flipH="1">
              <a:off x="8036047" y="837811"/>
              <a:ext cx="202536" cy="198201"/>
            </a:xfrm>
            <a:custGeom>
              <a:avLst/>
              <a:gdLst/>
              <a:ahLst/>
              <a:cxnLst/>
              <a:rect l="l" t="t" r="r" b="b"/>
              <a:pathLst>
                <a:path w="3037" h="2972" extrusionOk="0">
                  <a:moveTo>
                    <a:pt x="3037" y="1120"/>
                  </a:moveTo>
                  <a:lnTo>
                    <a:pt x="1099" y="0"/>
                  </a:lnTo>
                  <a:lnTo>
                    <a:pt x="0" y="1895"/>
                  </a:lnTo>
                  <a:lnTo>
                    <a:pt x="1895" y="2972"/>
                  </a:lnTo>
                  <a:cubicBezTo>
                    <a:pt x="2520" y="2541"/>
                    <a:pt x="2929" y="1852"/>
                    <a:pt x="3037" y="112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0" name="Google Shape;13440;p34">
              <a:extLst>
                <a:ext uri="{FF2B5EF4-FFF2-40B4-BE49-F238E27FC236}">
                  <a16:creationId xmlns:a16="http://schemas.microsoft.com/office/drawing/2014/main" id="{1EEDBB8A-2D54-F125-9B25-71B871A8B9FD}"/>
                </a:ext>
              </a:extLst>
            </p:cNvPr>
            <p:cNvSpPr/>
            <p:nvPr/>
          </p:nvSpPr>
          <p:spPr>
            <a:xfrm rot="3331772" flipH="1">
              <a:off x="7767321" y="694060"/>
              <a:ext cx="284431" cy="291566"/>
            </a:xfrm>
            <a:custGeom>
              <a:avLst/>
              <a:gdLst/>
              <a:ahLst/>
              <a:cxnLst/>
              <a:rect l="l" t="t" r="r" b="b"/>
              <a:pathLst>
                <a:path w="4265" h="4372" extrusionOk="0">
                  <a:moveTo>
                    <a:pt x="3942" y="1637"/>
                  </a:moveTo>
                  <a:cubicBezTo>
                    <a:pt x="3446" y="151"/>
                    <a:pt x="1401" y="0"/>
                    <a:pt x="690" y="1400"/>
                  </a:cubicBezTo>
                  <a:cubicBezTo>
                    <a:pt x="1" y="2800"/>
                    <a:pt x="1336" y="4372"/>
                    <a:pt x="2843" y="3876"/>
                  </a:cubicBezTo>
                  <a:cubicBezTo>
                    <a:pt x="3748" y="3553"/>
                    <a:pt x="4265" y="2563"/>
                    <a:pt x="3942" y="163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1" name="Google Shape;13441;p34">
              <a:extLst>
                <a:ext uri="{FF2B5EF4-FFF2-40B4-BE49-F238E27FC236}">
                  <a16:creationId xmlns:a16="http://schemas.microsoft.com/office/drawing/2014/main" id="{4823263C-135B-94EB-9FAB-1590D73288CF}"/>
                </a:ext>
              </a:extLst>
            </p:cNvPr>
            <p:cNvSpPr/>
            <p:nvPr/>
          </p:nvSpPr>
          <p:spPr>
            <a:xfrm rot="3331772" flipH="1">
              <a:off x="7749472" y="687662"/>
              <a:ext cx="277295" cy="290166"/>
            </a:xfrm>
            <a:custGeom>
              <a:avLst/>
              <a:gdLst/>
              <a:ahLst/>
              <a:cxnLst/>
              <a:rect l="l" t="t" r="r" b="b"/>
              <a:pathLst>
                <a:path w="4158" h="4351" extrusionOk="0">
                  <a:moveTo>
                    <a:pt x="3640" y="1422"/>
                  </a:moveTo>
                  <a:cubicBezTo>
                    <a:pt x="3511" y="1056"/>
                    <a:pt x="3274" y="754"/>
                    <a:pt x="2973" y="539"/>
                  </a:cubicBezTo>
                  <a:cubicBezTo>
                    <a:pt x="2154" y="1"/>
                    <a:pt x="1056" y="237"/>
                    <a:pt x="518" y="1056"/>
                  </a:cubicBezTo>
                  <a:cubicBezTo>
                    <a:pt x="1" y="1874"/>
                    <a:pt x="216" y="2972"/>
                    <a:pt x="1035" y="3489"/>
                  </a:cubicBezTo>
                  <a:cubicBezTo>
                    <a:pt x="2434" y="4351"/>
                    <a:pt x="4157" y="2994"/>
                    <a:pt x="3640" y="142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2" name="Google Shape;13442;p34">
              <a:extLst>
                <a:ext uri="{FF2B5EF4-FFF2-40B4-BE49-F238E27FC236}">
                  <a16:creationId xmlns:a16="http://schemas.microsoft.com/office/drawing/2014/main" id="{5429B452-0F44-EED7-5114-44E055BE7CC4}"/>
                </a:ext>
              </a:extLst>
            </p:cNvPr>
            <p:cNvSpPr/>
            <p:nvPr/>
          </p:nvSpPr>
          <p:spPr>
            <a:xfrm rot="3331772" flipH="1">
              <a:off x="8774554" y="1149893"/>
              <a:ext cx="527114" cy="528581"/>
            </a:xfrm>
            <a:custGeom>
              <a:avLst/>
              <a:gdLst/>
              <a:ahLst/>
              <a:cxnLst/>
              <a:rect l="l" t="t" r="r" b="b"/>
              <a:pathLst>
                <a:path w="7904" h="7926" extrusionOk="0">
                  <a:moveTo>
                    <a:pt x="3166" y="453"/>
                  </a:moveTo>
                  <a:cubicBezTo>
                    <a:pt x="5104" y="1"/>
                    <a:pt x="7042" y="1228"/>
                    <a:pt x="7472" y="3167"/>
                  </a:cubicBezTo>
                  <a:cubicBezTo>
                    <a:pt x="7903" y="5105"/>
                    <a:pt x="6697" y="7043"/>
                    <a:pt x="4759" y="7473"/>
                  </a:cubicBezTo>
                  <a:cubicBezTo>
                    <a:pt x="2800" y="7926"/>
                    <a:pt x="883" y="6698"/>
                    <a:pt x="452" y="4760"/>
                  </a:cubicBezTo>
                  <a:cubicBezTo>
                    <a:pt x="0" y="2822"/>
                    <a:pt x="1228" y="884"/>
                    <a:pt x="3166" y="4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3" name="Google Shape;13443;p34">
              <a:extLst>
                <a:ext uri="{FF2B5EF4-FFF2-40B4-BE49-F238E27FC236}">
                  <a16:creationId xmlns:a16="http://schemas.microsoft.com/office/drawing/2014/main" id="{6C81E094-7352-CEA8-162F-5534A99A1E65}"/>
                </a:ext>
              </a:extLst>
            </p:cNvPr>
            <p:cNvSpPr/>
            <p:nvPr/>
          </p:nvSpPr>
          <p:spPr>
            <a:xfrm rot="3331772" flipH="1">
              <a:off x="8770383" y="1172151"/>
              <a:ext cx="499838" cy="475429"/>
            </a:xfrm>
            <a:custGeom>
              <a:avLst/>
              <a:gdLst/>
              <a:ahLst/>
              <a:cxnLst/>
              <a:rect l="l" t="t" r="r" b="b"/>
              <a:pathLst>
                <a:path w="7495" h="7129" extrusionOk="0">
                  <a:moveTo>
                    <a:pt x="6224" y="969"/>
                  </a:moveTo>
                  <a:cubicBezTo>
                    <a:pt x="6633" y="1422"/>
                    <a:pt x="6913" y="1982"/>
                    <a:pt x="7063" y="2585"/>
                  </a:cubicBezTo>
                  <a:cubicBezTo>
                    <a:pt x="7494" y="4523"/>
                    <a:pt x="6267" y="6461"/>
                    <a:pt x="4329" y="6891"/>
                  </a:cubicBezTo>
                  <a:cubicBezTo>
                    <a:pt x="3252" y="7128"/>
                    <a:pt x="2132" y="6870"/>
                    <a:pt x="1271" y="6181"/>
                  </a:cubicBezTo>
                  <a:cubicBezTo>
                    <a:pt x="862" y="5707"/>
                    <a:pt x="560" y="5147"/>
                    <a:pt x="431" y="4566"/>
                  </a:cubicBezTo>
                  <a:cubicBezTo>
                    <a:pt x="0" y="2606"/>
                    <a:pt x="1206" y="690"/>
                    <a:pt x="3144" y="259"/>
                  </a:cubicBezTo>
                  <a:cubicBezTo>
                    <a:pt x="4221" y="0"/>
                    <a:pt x="5362" y="280"/>
                    <a:pt x="6224" y="9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4" name="Google Shape;13444;p34">
              <a:extLst>
                <a:ext uri="{FF2B5EF4-FFF2-40B4-BE49-F238E27FC236}">
                  <a16:creationId xmlns:a16="http://schemas.microsoft.com/office/drawing/2014/main" id="{E3CA413C-F96A-313E-FAFA-CFE00B2EF4A7}"/>
                </a:ext>
              </a:extLst>
            </p:cNvPr>
            <p:cNvSpPr/>
            <p:nvPr/>
          </p:nvSpPr>
          <p:spPr>
            <a:xfrm rot="3331772" flipH="1">
              <a:off x="8856178" y="1246629"/>
              <a:ext cx="304504" cy="304504"/>
            </a:xfrm>
            <a:custGeom>
              <a:avLst/>
              <a:gdLst/>
              <a:ahLst/>
              <a:cxnLst/>
              <a:rect l="l" t="t" r="r" b="b"/>
              <a:pathLst>
                <a:path w="4566" h="4566" extrusionOk="0">
                  <a:moveTo>
                    <a:pt x="1831" y="259"/>
                  </a:moveTo>
                  <a:cubicBezTo>
                    <a:pt x="2951" y="1"/>
                    <a:pt x="4070" y="690"/>
                    <a:pt x="4329" y="1831"/>
                  </a:cubicBezTo>
                  <a:cubicBezTo>
                    <a:pt x="4566" y="2951"/>
                    <a:pt x="3877" y="4049"/>
                    <a:pt x="2735" y="4307"/>
                  </a:cubicBezTo>
                  <a:cubicBezTo>
                    <a:pt x="1615" y="4566"/>
                    <a:pt x="517" y="3855"/>
                    <a:pt x="259" y="2735"/>
                  </a:cubicBezTo>
                  <a:cubicBezTo>
                    <a:pt x="0" y="1616"/>
                    <a:pt x="711" y="496"/>
                    <a:pt x="1831" y="2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5" name="Google Shape;13445;p34">
              <a:extLst>
                <a:ext uri="{FF2B5EF4-FFF2-40B4-BE49-F238E27FC236}">
                  <a16:creationId xmlns:a16="http://schemas.microsoft.com/office/drawing/2014/main" id="{34DDF68D-AC47-C49B-90EA-BD668888FF08}"/>
                </a:ext>
              </a:extLst>
            </p:cNvPr>
            <p:cNvSpPr/>
            <p:nvPr/>
          </p:nvSpPr>
          <p:spPr>
            <a:xfrm rot="3331772" flipH="1">
              <a:off x="8885173" y="1261957"/>
              <a:ext cx="305905" cy="304504"/>
            </a:xfrm>
            <a:custGeom>
              <a:avLst/>
              <a:gdLst/>
              <a:ahLst/>
              <a:cxnLst/>
              <a:rect l="l" t="t" r="r" b="b"/>
              <a:pathLst>
                <a:path w="4587" h="4566" extrusionOk="0">
                  <a:moveTo>
                    <a:pt x="1831" y="259"/>
                  </a:moveTo>
                  <a:cubicBezTo>
                    <a:pt x="2950" y="1"/>
                    <a:pt x="4070" y="711"/>
                    <a:pt x="4329" y="1831"/>
                  </a:cubicBezTo>
                  <a:cubicBezTo>
                    <a:pt x="4587" y="2951"/>
                    <a:pt x="3876" y="4071"/>
                    <a:pt x="2757" y="4308"/>
                  </a:cubicBezTo>
                  <a:cubicBezTo>
                    <a:pt x="1637" y="4566"/>
                    <a:pt x="517" y="3855"/>
                    <a:pt x="259" y="2736"/>
                  </a:cubicBezTo>
                  <a:cubicBezTo>
                    <a:pt x="0" y="1616"/>
                    <a:pt x="711" y="496"/>
                    <a:pt x="1831" y="2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6" name="Google Shape;13446;p34">
              <a:extLst>
                <a:ext uri="{FF2B5EF4-FFF2-40B4-BE49-F238E27FC236}">
                  <a16:creationId xmlns:a16="http://schemas.microsoft.com/office/drawing/2014/main" id="{A898067E-0A9C-BB99-BB89-596AFAAC04D3}"/>
                </a:ext>
              </a:extLst>
            </p:cNvPr>
            <p:cNvSpPr/>
            <p:nvPr/>
          </p:nvSpPr>
          <p:spPr>
            <a:xfrm rot="3331772" flipH="1">
              <a:off x="8883748" y="1274666"/>
              <a:ext cx="271426" cy="262890"/>
            </a:xfrm>
            <a:custGeom>
              <a:avLst/>
              <a:gdLst/>
              <a:ahLst/>
              <a:cxnLst/>
              <a:rect l="l" t="t" r="r" b="b"/>
              <a:pathLst>
                <a:path w="4070" h="3942" extrusionOk="0">
                  <a:moveTo>
                    <a:pt x="3122" y="216"/>
                  </a:moveTo>
                  <a:cubicBezTo>
                    <a:pt x="3467" y="496"/>
                    <a:pt x="3725" y="905"/>
                    <a:pt x="3812" y="1357"/>
                  </a:cubicBezTo>
                  <a:cubicBezTo>
                    <a:pt x="4070" y="2477"/>
                    <a:pt x="3359" y="3597"/>
                    <a:pt x="2240" y="3834"/>
                  </a:cubicBezTo>
                  <a:cubicBezTo>
                    <a:pt x="1809" y="3941"/>
                    <a:pt x="1357" y="3898"/>
                    <a:pt x="948" y="3704"/>
                  </a:cubicBezTo>
                  <a:cubicBezTo>
                    <a:pt x="581" y="3403"/>
                    <a:pt x="345" y="3015"/>
                    <a:pt x="237" y="2563"/>
                  </a:cubicBezTo>
                  <a:cubicBezTo>
                    <a:pt x="0" y="1443"/>
                    <a:pt x="689" y="345"/>
                    <a:pt x="1809" y="87"/>
                  </a:cubicBezTo>
                  <a:cubicBezTo>
                    <a:pt x="2240" y="0"/>
                    <a:pt x="2713" y="43"/>
                    <a:pt x="3122" y="216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7" name="Google Shape;13447;p34">
              <a:extLst>
                <a:ext uri="{FF2B5EF4-FFF2-40B4-BE49-F238E27FC236}">
                  <a16:creationId xmlns:a16="http://schemas.microsoft.com/office/drawing/2014/main" id="{FC30813D-4698-362B-BB22-7B98854A4EF2}"/>
                </a:ext>
              </a:extLst>
            </p:cNvPr>
            <p:cNvSpPr/>
            <p:nvPr/>
          </p:nvSpPr>
          <p:spPr>
            <a:xfrm rot="3331772" flipH="1">
              <a:off x="8907416" y="1287899"/>
              <a:ext cx="251353" cy="245617"/>
            </a:xfrm>
            <a:custGeom>
              <a:avLst/>
              <a:gdLst/>
              <a:ahLst/>
              <a:cxnLst/>
              <a:rect l="l" t="t" r="r" b="b"/>
              <a:pathLst>
                <a:path w="3769" h="3683" extrusionOk="0">
                  <a:moveTo>
                    <a:pt x="754" y="3510"/>
                  </a:moveTo>
                  <a:cubicBezTo>
                    <a:pt x="496" y="3252"/>
                    <a:pt x="324" y="2929"/>
                    <a:pt x="259" y="2563"/>
                  </a:cubicBezTo>
                  <a:cubicBezTo>
                    <a:pt x="0" y="1443"/>
                    <a:pt x="711" y="345"/>
                    <a:pt x="1831" y="87"/>
                  </a:cubicBezTo>
                  <a:cubicBezTo>
                    <a:pt x="2240" y="0"/>
                    <a:pt x="2649" y="22"/>
                    <a:pt x="3037" y="173"/>
                  </a:cubicBezTo>
                  <a:cubicBezTo>
                    <a:pt x="3274" y="453"/>
                    <a:pt x="3446" y="776"/>
                    <a:pt x="3511" y="1120"/>
                  </a:cubicBezTo>
                  <a:cubicBezTo>
                    <a:pt x="3769" y="2240"/>
                    <a:pt x="3058" y="3338"/>
                    <a:pt x="1939" y="3597"/>
                  </a:cubicBezTo>
                  <a:cubicBezTo>
                    <a:pt x="1551" y="3683"/>
                    <a:pt x="1120" y="3640"/>
                    <a:pt x="754" y="3510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8" name="Google Shape;13448;p34">
              <a:extLst>
                <a:ext uri="{FF2B5EF4-FFF2-40B4-BE49-F238E27FC236}">
                  <a16:creationId xmlns:a16="http://schemas.microsoft.com/office/drawing/2014/main" id="{F35D0DA2-1775-0794-2C56-A349E421EFAE}"/>
                </a:ext>
              </a:extLst>
            </p:cNvPr>
            <p:cNvSpPr/>
            <p:nvPr/>
          </p:nvSpPr>
          <p:spPr>
            <a:xfrm rot="3331772" flipH="1">
              <a:off x="8069427" y="802729"/>
              <a:ext cx="406539" cy="406472"/>
            </a:xfrm>
            <a:custGeom>
              <a:avLst/>
              <a:gdLst/>
              <a:ahLst/>
              <a:cxnLst/>
              <a:rect l="l" t="t" r="r" b="b"/>
              <a:pathLst>
                <a:path w="6096" h="6095" extrusionOk="0">
                  <a:moveTo>
                    <a:pt x="2219" y="453"/>
                  </a:moveTo>
                  <a:cubicBezTo>
                    <a:pt x="3662" y="0"/>
                    <a:pt x="5191" y="797"/>
                    <a:pt x="5643" y="2219"/>
                  </a:cubicBezTo>
                  <a:cubicBezTo>
                    <a:pt x="6095" y="3661"/>
                    <a:pt x="5320" y="5190"/>
                    <a:pt x="3877" y="5642"/>
                  </a:cubicBezTo>
                  <a:cubicBezTo>
                    <a:pt x="2434" y="6095"/>
                    <a:pt x="905" y="5319"/>
                    <a:pt x="453" y="3877"/>
                  </a:cubicBezTo>
                  <a:cubicBezTo>
                    <a:pt x="1" y="2434"/>
                    <a:pt x="776" y="905"/>
                    <a:pt x="2219" y="4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9" name="Google Shape;13449;p34">
              <a:extLst>
                <a:ext uri="{FF2B5EF4-FFF2-40B4-BE49-F238E27FC236}">
                  <a16:creationId xmlns:a16="http://schemas.microsoft.com/office/drawing/2014/main" id="{58875085-8085-E10D-37F7-2E9A48AE8FB4}"/>
                </a:ext>
              </a:extLst>
            </p:cNvPr>
            <p:cNvSpPr/>
            <p:nvPr/>
          </p:nvSpPr>
          <p:spPr>
            <a:xfrm rot="3331772" flipH="1">
              <a:off x="8067008" y="820259"/>
              <a:ext cx="384998" cy="363391"/>
            </a:xfrm>
            <a:custGeom>
              <a:avLst/>
              <a:gdLst/>
              <a:ahLst/>
              <a:cxnLst/>
              <a:rect l="l" t="t" r="r" b="b"/>
              <a:pathLst>
                <a:path w="5773" h="5449" extrusionOk="0">
                  <a:moveTo>
                    <a:pt x="4588" y="604"/>
                  </a:moveTo>
                  <a:cubicBezTo>
                    <a:pt x="4932" y="927"/>
                    <a:pt x="5191" y="1336"/>
                    <a:pt x="5320" y="1767"/>
                  </a:cubicBezTo>
                  <a:cubicBezTo>
                    <a:pt x="5772" y="3209"/>
                    <a:pt x="4997" y="4738"/>
                    <a:pt x="3554" y="5190"/>
                  </a:cubicBezTo>
                  <a:cubicBezTo>
                    <a:pt x="2757" y="5449"/>
                    <a:pt x="1874" y="5320"/>
                    <a:pt x="1185" y="4846"/>
                  </a:cubicBezTo>
                  <a:cubicBezTo>
                    <a:pt x="841" y="4523"/>
                    <a:pt x="582" y="4114"/>
                    <a:pt x="453" y="3683"/>
                  </a:cubicBezTo>
                  <a:cubicBezTo>
                    <a:pt x="1" y="2240"/>
                    <a:pt x="798" y="711"/>
                    <a:pt x="2219" y="259"/>
                  </a:cubicBezTo>
                  <a:cubicBezTo>
                    <a:pt x="3016" y="1"/>
                    <a:pt x="3899" y="130"/>
                    <a:pt x="4588" y="6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0" name="Google Shape;13450;p34">
              <a:extLst>
                <a:ext uri="{FF2B5EF4-FFF2-40B4-BE49-F238E27FC236}">
                  <a16:creationId xmlns:a16="http://schemas.microsoft.com/office/drawing/2014/main" id="{C31FB044-71B9-7367-A57B-59AF27090DF6}"/>
                </a:ext>
              </a:extLst>
            </p:cNvPr>
            <p:cNvSpPr/>
            <p:nvPr/>
          </p:nvSpPr>
          <p:spPr>
            <a:xfrm rot="3331772" flipH="1">
              <a:off x="8133193" y="873591"/>
              <a:ext cx="235614" cy="237014"/>
            </a:xfrm>
            <a:custGeom>
              <a:avLst/>
              <a:gdLst/>
              <a:ahLst/>
              <a:cxnLst/>
              <a:rect l="l" t="t" r="r" b="b"/>
              <a:pathLst>
                <a:path w="3533" h="3554" extrusionOk="0">
                  <a:moveTo>
                    <a:pt x="1292" y="281"/>
                  </a:moveTo>
                  <a:cubicBezTo>
                    <a:pt x="2111" y="1"/>
                    <a:pt x="2994" y="475"/>
                    <a:pt x="3274" y="1293"/>
                  </a:cubicBezTo>
                  <a:cubicBezTo>
                    <a:pt x="3532" y="2133"/>
                    <a:pt x="3080" y="3016"/>
                    <a:pt x="2240" y="3274"/>
                  </a:cubicBezTo>
                  <a:cubicBezTo>
                    <a:pt x="1400" y="3554"/>
                    <a:pt x="517" y="3080"/>
                    <a:pt x="259" y="2262"/>
                  </a:cubicBezTo>
                  <a:cubicBezTo>
                    <a:pt x="0" y="1422"/>
                    <a:pt x="453" y="539"/>
                    <a:pt x="1292" y="2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1" name="Google Shape;13451;p34">
              <a:extLst>
                <a:ext uri="{FF2B5EF4-FFF2-40B4-BE49-F238E27FC236}">
                  <a16:creationId xmlns:a16="http://schemas.microsoft.com/office/drawing/2014/main" id="{3BF5A9E3-A2AB-EB9A-F4B7-4B2732440573}"/>
                </a:ext>
              </a:extLst>
            </p:cNvPr>
            <p:cNvSpPr/>
            <p:nvPr/>
          </p:nvSpPr>
          <p:spPr>
            <a:xfrm rot="3331772" flipH="1">
              <a:off x="8153582" y="888572"/>
              <a:ext cx="237014" cy="235614"/>
            </a:xfrm>
            <a:custGeom>
              <a:avLst/>
              <a:gdLst/>
              <a:ahLst/>
              <a:cxnLst/>
              <a:rect l="l" t="t" r="r" b="b"/>
              <a:pathLst>
                <a:path w="3554" h="3533" extrusionOk="0">
                  <a:moveTo>
                    <a:pt x="1292" y="259"/>
                  </a:moveTo>
                  <a:cubicBezTo>
                    <a:pt x="2132" y="1"/>
                    <a:pt x="3015" y="453"/>
                    <a:pt x="3274" y="1271"/>
                  </a:cubicBezTo>
                  <a:cubicBezTo>
                    <a:pt x="3553" y="2111"/>
                    <a:pt x="3080" y="2994"/>
                    <a:pt x="2261" y="3252"/>
                  </a:cubicBezTo>
                  <a:cubicBezTo>
                    <a:pt x="1422" y="3532"/>
                    <a:pt x="539" y="3058"/>
                    <a:pt x="280" y="2240"/>
                  </a:cubicBezTo>
                  <a:cubicBezTo>
                    <a:pt x="0" y="1400"/>
                    <a:pt x="474" y="517"/>
                    <a:pt x="1292" y="2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2" name="Google Shape;13452;p34">
              <a:extLst>
                <a:ext uri="{FF2B5EF4-FFF2-40B4-BE49-F238E27FC236}">
                  <a16:creationId xmlns:a16="http://schemas.microsoft.com/office/drawing/2014/main" id="{141E0196-4743-F4F2-C147-AB65B36F8FFB}"/>
                </a:ext>
              </a:extLst>
            </p:cNvPr>
            <p:cNvSpPr/>
            <p:nvPr/>
          </p:nvSpPr>
          <p:spPr>
            <a:xfrm rot="3331772" flipH="1">
              <a:off x="8154453" y="898451"/>
              <a:ext cx="211206" cy="201069"/>
            </a:xfrm>
            <a:custGeom>
              <a:avLst/>
              <a:gdLst/>
              <a:ahLst/>
              <a:cxnLst/>
              <a:rect l="l" t="t" r="r" b="b"/>
              <a:pathLst>
                <a:path w="3167" h="3015" extrusionOk="0">
                  <a:moveTo>
                    <a:pt x="2305" y="129"/>
                  </a:moveTo>
                  <a:cubicBezTo>
                    <a:pt x="2585" y="323"/>
                    <a:pt x="2779" y="603"/>
                    <a:pt x="2887" y="926"/>
                  </a:cubicBezTo>
                  <a:cubicBezTo>
                    <a:pt x="3166" y="1766"/>
                    <a:pt x="2693" y="2649"/>
                    <a:pt x="1874" y="2907"/>
                  </a:cubicBezTo>
                  <a:cubicBezTo>
                    <a:pt x="1551" y="3015"/>
                    <a:pt x="1185" y="3015"/>
                    <a:pt x="862" y="2907"/>
                  </a:cubicBezTo>
                  <a:cubicBezTo>
                    <a:pt x="582" y="2692"/>
                    <a:pt x="389" y="2412"/>
                    <a:pt x="281" y="2089"/>
                  </a:cubicBezTo>
                  <a:cubicBezTo>
                    <a:pt x="1" y="1249"/>
                    <a:pt x="475" y="366"/>
                    <a:pt x="1293" y="108"/>
                  </a:cubicBezTo>
                  <a:cubicBezTo>
                    <a:pt x="1616" y="0"/>
                    <a:pt x="1982" y="0"/>
                    <a:pt x="2305" y="12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3" name="Google Shape;13453;p34">
              <a:extLst>
                <a:ext uri="{FF2B5EF4-FFF2-40B4-BE49-F238E27FC236}">
                  <a16:creationId xmlns:a16="http://schemas.microsoft.com/office/drawing/2014/main" id="{6017FC18-8DB5-FF38-0B02-B1ACD5781A76}"/>
                </a:ext>
              </a:extLst>
            </p:cNvPr>
            <p:cNvSpPr/>
            <p:nvPr/>
          </p:nvSpPr>
          <p:spPr>
            <a:xfrm rot="3331772" flipH="1">
              <a:off x="8172654" y="908033"/>
              <a:ext cx="194000" cy="189598"/>
            </a:xfrm>
            <a:custGeom>
              <a:avLst/>
              <a:gdLst/>
              <a:ahLst/>
              <a:cxnLst/>
              <a:rect l="l" t="t" r="r" b="b"/>
              <a:pathLst>
                <a:path w="2909" h="2843" extrusionOk="0">
                  <a:moveTo>
                    <a:pt x="712" y="2778"/>
                  </a:moveTo>
                  <a:cubicBezTo>
                    <a:pt x="496" y="2584"/>
                    <a:pt x="367" y="2347"/>
                    <a:pt x="281" y="2089"/>
                  </a:cubicBezTo>
                  <a:cubicBezTo>
                    <a:pt x="1" y="1249"/>
                    <a:pt x="475" y="366"/>
                    <a:pt x="1293" y="108"/>
                  </a:cubicBezTo>
                  <a:cubicBezTo>
                    <a:pt x="1594" y="22"/>
                    <a:pt x="1918" y="0"/>
                    <a:pt x="2219" y="86"/>
                  </a:cubicBezTo>
                  <a:cubicBezTo>
                    <a:pt x="2413" y="280"/>
                    <a:pt x="2564" y="517"/>
                    <a:pt x="2650" y="775"/>
                  </a:cubicBezTo>
                  <a:cubicBezTo>
                    <a:pt x="2908" y="1615"/>
                    <a:pt x="2456" y="2498"/>
                    <a:pt x="1616" y="2756"/>
                  </a:cubicBezTo>
                  <a:cubicBezTo>
                    <a:pt x="1315" y="2843"/>
                    <a:pt x="1013" y="2843"/>
                    <a:pt x="712" y="2756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4" name="Google Shape;13454;p34">
              <a:extLst>
                <a:ext uri="{FF2B5EF4-FFF2-40B4-BE49-F238E27FC236}">
                  <a16:creationId xmlns:a16="http://schemas.microsoft.com/office/drawing/2014/main" id="{992BA3C5-044C-7ED9-8D22-8031779C1226}"/>
                </a:ext>
              </a:extLst>
            </p:cNvPr>
            <p:cNvSpPr/>
            <p:nvPr/>
          </p:nvSpPr>
          <p:spPr>
            <a:xfrm rot="3331772" flipH="1">
              <a:off x="7807881" y="746340"/>
              <a:ext cx="165257" cy="169525"/>
            </a:xfrm>
            <a:custGeom>
              <a:avLst/>
              <a:gdLst/>
              <a:ahLst/>
              <a:cxnLst/>
              <a:rect l="l" t="t" r="r" b="b"/>
              <a:pathLst>
                <a:path w="2478" h="2542" extrusionOk="0">
                  <a:moveTo>
                    <a:pt x="2305" y="948"/>
                  </a:moveTo>
                  <a:cubicBezTo>
                    <a:pt x="2003" y="87"/>
                    <a:pt x="819" y="1"/>
                    <a:pt x="410" y="819"/>
                  </a:cubicBezTo>
                  <a:cubicBezTo>
                    <a:pt x="1" y="1638"/>
                    <a:pt x="776" y="2542"/>
                    <a:pt x="1659" y="2241"/>
                  </a:cubicBezTo>
                  <a:cubicBezTo>
                    <a:pt x="2197" y="2068"/>
                    <a:pt x="2477" y="1487"/>
                    <a:pt x="2305" y="94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5" name="Google Shape;13455;p34">
              <a:extLst>
                <a:ext uri="{FF2B5EF4-FFF2-40B4-BE49-F238E27FC236}">
                  <a16:creationId xmlns:a16="http://schemas.microsoft.com/office/drawing/2014/main" id="{EBE5792B-B67E-E89A-967C-05F2B3670DEF}"/>
                </a:ext>
              </a:extLst>
            </p:cNvPr>
            <p:cNvSpPr/>
            <p:nvPr/>
          </p:nvSpPr>
          <p:spPr>
            <a:xfrm rot="3331772" flipH="1">
              <a:off x="7824901" y="752845"/>
              <a:ext cx="165190" cy="168057"/>
            </a:xfrm>
            <a:custGeom>
              <a:avLst/>
              <a:gdLst/>
              <a:ahLst/>
              <a:cxnLst/>
              <a:rect l="l" t="t" r="r" b="b"/>
              <a:pathLst>
                <a:path w="2477" h="2520" extrusionOk="0">
                  <a:moveTo>
                    <a:pt x="2305" y="948"/>
                  </a:moveTo>
                  <a:cubicBezTo>
                    <a:pt x="2003" y="86"/>
                    <a:pt x="819" y="0"/>
                    <a:pt x="410" y="797"/>
                  </a:cubicBezTo>
                  <a:cubicBezTo>
                    <a:pt x="0" y="1615"/>
                    <a:pt x="776" y="2520"/>
                    <a:pt x="1659" y="2240"/>
                  </a:cubicBezTo>
                  <a:cubicBezTo>
                    <a:pt x="2175" y="2068"/>
                    <a:pt x="2477" y="1486"/>
                    <a:pt x="2305" y="94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3416;p34">
            <a:extLst>
              <a:ext uri="{FF2B5EF4-FFF2-40B4-BE49-F238E27FC236}">
                <a16:creationId xmlns:a16="http://schemas.microsoft.com/office/drawing/2014/main" id="{35427D53-2E1F-996A-22E9-B1E22624D2C3}"/>
              </a:ext>
            </a:extLst>
          </p:cNvPr>
          <p:cNvSpPr txBox="1">
            <a:spLocks/>
          </p:cNvSpPr>
          <p:nvPr/>
        </p:nvSpPr>
        <p:spPr>
          <a:xfrm>
            <a:off x="4953557" y="1253803"/>
            <a:ext cx="4145692" cy="841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DM Sans"/>
              <a:buAutoNum type="arabi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Heading Error</a:t>
            </a:r>
          </a:p>
          <a:p>
            <a:pPr marL="139700" indent="0">
              <a:buNone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heading_error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desired_heading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current_heading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</a:p>
          <a:p>
            <a:pPr marL="139700" indent="0">
              <a:buNone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desired_heading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atan2(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dx)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13416;p34">
            <a:extLst>
              <a:ext uri="{FF2B5EF4-FFF2-40B4-BE49-F238E27FC236}">
                <a16:creationId xmlns:a16="http://schemas.microsoft.com/office/drawing/2014/main" id="{39AA6AFE-F92A-47E6-2A44-47233D643A1B}"/>
              </a:ext>
            </a:extLst>
          </p:cNvPr>
          <p:cNvSpPr txBox="1">
            <a:spLocks/>
          </p:cNvSpPr>
          <p:nvPr/>
        </p:nvSpPr>
        <p:spPr>
          <a:xfrm>
            <a:off x="1361619" y="3048153"/>
            <a:ext cx="5164490" cy="765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DM Sans"/>
              <a:buAutoNum type="arabi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Orientation Error</a:t>
            </a:r>
          </a:p>
          <a:p>
            <a:pPr marL="139700" indent="0">
              <a:buNone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orientation_error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goal_theta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current_heading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normalize_angle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14189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14">
          <a:extLst>
            <a:ext uri="{FF2B5EF4-FFF2-40B4-BE49-F238E27FC236}">
              <a16:creationId xmlns:a16="http://schemas.microsoft.com/office/drawing/2014/main" id="{6BBE641E-43B0-A392-3E19-D015F7D54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5" name="Google Shape;13415;p34">
            <a:extLst>
              <a:ext uri="{FF2B5EF4-FFF2-40B4-BE49-F238E27FC236}">
                <a16:creationId xmlns:a16="http://schemas.microsoft.com/office/drawing/2014/main" id="{158DC7E4-300D-C910-B61C-022C7A7D64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772" y="119283"/>
            <a:ext cx="8706228" cy="10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dirty="0"/>
              <a:t>Velocity Command Generation</a:t>
            </a:r>
            <a:endParaRPr dirty="0"/>
          </a:p>
        </p:txBody>
      </p:sp>
      <p:sp>
        <p:nvSpPr>
          <p:cNvPr id="13416" name="Google Shape;13416;p34">
            <a:extLst>
              <a:ext uri="{FF2B5EF4-FFF2-40B4-BE49-F238E27FC236}">
                <a16:creationId xmlns:a16="http://schemas.microsoft.com/office/drawing/2014/main" id="{34F7A9F6-7038-EBF0-3DA5-35CD6DC792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828" y="1202101"/>
            <a:ext cx="4307152" cy="11125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ctr">
              <a:buNone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Velocity</a:t>
            </a:r>
          </a:p>
          <a:p>
            <a:pPr marL="139700" indent="0">
              <a:buNone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linear.x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k_linear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distance_error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slows down as it approaches the goal. </a:t>
            </a:r>
          </a:p>
          <a:p>
            <a:pPr marL="1397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speed is limited to 0.25 m/s.</a:t>
            </a:r>
          </a:p>
        </p:txBody>
      </p:sp>
      <p:grpSp>
        <p:nvGrpSpPr>
          <p:cNvPr id="13418" name="Google Shape;13418;p34">
            <a:extLst>
              <a:ext uri="{FF2B5EF4-FFF2-40B4-BE49-F238E27FC236}">
                <a16:creationId xmlns:a16="http://schemas.microsoft.com/office/drawing/2014/main" id="{5657E08E-523E-701A-475B-0E437E332E96}"/>
              </a:ext>
            </a:extLst>
          </p:cNvPr>
          <p:cNvGrpSpPr/>
          <p:nvPr/>
        </p:nvGrpSpPr>
        <p:grpSpPr>
          <a:xfrm>
            <a:off x="4265255" y="4521513"/>
            <a:ext cx="300558" cy="283271"/>
            <a:chOff x="4265255" y="4521513"/>
            <a:chExt cx="300558" cy="283271"/>
          </a:xfrm>
        </p:grpSpPr>
        <p:sp>
          <p:nvSpPr>
            <p:cNvPr id="13419" name="Google Shape;13419;p34">
              <a:extLst>
                <a:ext uri="{FF2B5EF4-FFF2-40B4-BE49-F238E27FC236}">
                  <a16:creationId xmlns:a16="http://schemas.microsoft.com/office/drawing/2014/main" id="{7EBF1379-EDA0-8B1D-1ED7-F20020D3ABC2}"/>
                </a:ext>
              </a:extLst>
            </p:cNvPr>
            <p:cNvSpPr/>
            <p:nvPr/>
          </p:nvSpPr>
          <p:spPr>
            <a:xfrm>
              <a:off x="4265255" y="4521513"/>
              <a:ext cx="300557" cy="283271"/>
            </a:xfrm>
            <a:custGeom>
              <a:avLst/>
              <a:gdLst/>
              <a:ahLst/>
              <a:cxnLst/>
              <a:rect l="l" t="t" r="r" b="b"/>
              <a:pathLst>
                <a:path w="2921" h="2753" extrusionOk="0">
                  <a:moveTo>
                    <a:pt x="450" y="1910"/>
                  </a:moveTo>
                  <a:cubicBezTo>
                    <a:pt x="0" y="955"/>
                    <a:pt x="955" y="1"/>
                    <a:pt x="1910" y="338"/>
                  </a:cubicBezTo>
                  <a:cubicBezTo>
                    <a:pt x="2921" y="731"/>
                    <a:pt x="2921" y="2079"/>
                    <a:pt x="1966" y="2528"/>
                  </a:cubicBezTo>
                  <a:cubicBezTo>
                    <a:pt x="1404" y="2753"/>
                    <a:pt x="730" y="2528"/>
                    <a:pt x="450" y="19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0" name="Google Shape;13420;p34">
              <a:extLst>
                <a:ext uri="{FF2B5EF4-FFF2-40B4-BE49-F238E27FC236}">
                  <a16:creationId xmlns:a16="http://schemas.microsoft.com/office/drawing/2014/main" id="{C6F79A6D-6EA1-A329-E5DD-644253F6B3CD}"/>
                </a:ext>
              </a:extLst>
            </p:cNvPr>
            <p:cNvSpPr/>
            <p:nvPr/>
          </p:nvSpPr>
          <p:spPr>
            <a:xfrm>
              <a:off x="4322980" y="4544665"/>
              <a:ext cx="242833" cy="225444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573"/>
                  </a:moveTo>
                  <a:cubicBezTo>
                    <a:pt x="1" y="1124"/>
                    <a:pt x="226" y="618"/>
                    <a:pt x="619" y="450"/>
                  </a:cubicBezTo>
                  <a:cubicBezTo>
                    <a:pt x="1630" y="0"/>
                    <a:pt x="2360" y="1517"/>
                    <a:pt x="1349" y="2022"/>
                  </a:cubicBezTo>
                  <a:cubicBezTo>
                    <a:pt x="900" y="2191"/>
                    <a:pt x="394" y="2022"/>
                    <a:pt x="169" y="15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1" name="Google Shape;13421;p34">
              <a:extLst>
                <a:ext uri="{FF2B5EF4-FFF2-40B4-BE49-F238E27FC236}">
                  <a16:creationId xmlns:a16="http://schemas.microsoft.com/office/drawing/2014/main" id="{847BE1F4-0791-BF8D-6388-F8621AF25F4C}"/>
                </a:ext>
              </a:extLst>
            </p:cNvPr>
            <p:cNvSpPr/>
            <p:nvPr/>
          </p:nvSpPr>
          <p:spPr>
            <a:xfrm>
              <a:off x="4328845" y="4590865"/>
              <a:ext cx="167616" cy="179243"/>
            </a:xfrm>
            <a:custGeom>
              <a:avLst/>
              <a:gdLst/>
              <a:ahLst/>
              <a:cxnLst/>
              <a:rect l="l" t="t" r="r" b="b"/>
              <a:pathLst>
                <a:path w="1629" h="1742" extrusionOk="0">
                  <a:moveTo>
                    <a:pt x="112" y="1124"/>
                  </a:moveTo>
                  <a:cubicBezTo>
                    <a:pt x="0" y="843"/>
                    <a:pt x="56" y="562"/>
                    <a:pt x="225" y="281"/>
                  </a:cubicBezTo>
                  <a:cubicBezTo>
                    <a:pt x="281" y="225"/>
                    <a:pt x="337" y="169"/>
                    <a:pt x="449" y="169"/>
                  </a:cubicBezTo>
                  <a:cubicBezTo>
                    <a:pt x="843" y="1"/>
                    <a:pt x="1348" y="169"/>
                    <a:pt x="1517" y="562"/>
                  </a:cubicBezTo>
                  <a:cubicBezTo>
                    <a:pt x="1629" y="843"/>
                    <a:pt x="1629" y="1124"/>
                    <a:pt x="1460" y="1405"/>
                  </a:cubicBezTo>
                  <a:cubicBezTo>
                    <a:pt x="1404" y="1461"/>
                    <a:pt x="1292" y="1517"/>
                    <a:pt x="1236" y="1573"/>
                  </a:cubicBezTo>
                  <a:cubicBezTo>
                    <a:pt x="786" y="1742"/>
                    <a:pt x="337" y="1517"/>
                    <a:pt x="112" y="11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2" name="Google Shape;13422;p34">
              <a:extLst>
                <a:ext uri="{FF2B5EF4-FFF2-40B4-BE49-F238E27FC236}">
                  <a16:creationId xmlns:a16="http://schemas.microsoft.com/office/drawing/2014/main" id="{3B7EC3A8-9DA5-1543-F11B-F475A9795771}"/>
                </a:ext>
              </a:extLst>
            </p:cNvPr>
            <p:cNvSpPr/>
            <p:nvPr/>
          </p:nvSpPr>
          <p:spPr>
            <a:xfrm>
              <a:off x="4357656" y="4619779"/>
              <a:ext cx="115757" cy="109892"/>
            </a:xfrm>
            <a:custGeom>
              <a:avLst/>
              <a:gdLst/>
              <a:ahLst/>
              <a:cxnLst/>
              <a:rect l="l" t="t" r="r" b="b"/>
              <a:pathLst>
                <a:path w="1125" h="1068" extrusionOk="0">
                  <a:moveTo>
                    <a:pt x="563" y="1068"/>
                  </a:moveTo>
                  <a:cubicBezTo>
                    <a:pt x="226" y="1011"/>
                    <a:pt x="1" y="674"/>
                    <a:pt x="57" y="337"/>
                  </a:cubicBezTo>
                  <a:cubicBezTo>
                    <a:pt x="57" y="225"/>
                    <a:pt x="113" y="113"/>
                    <a:pt x="226" y="0"/>
                  </a:cubicBezTo>
                  <a:cubicBezTo>
                    <a:pt x="169" y="57"/>
                    <a:pt x="169" y="169"/>
                    <a:pt x="113" y="225"/>
                  </a:cubicBezTo>
                  <a:cubicBezTo>
                    <a:pt x="57" y="562"/>
                    <a:pt x="282" y="899"/>
                    <a:pt x="675" y="955"/>
                  </a:cubicBezTo>
                  <a:cubicBezTo>
                    <a:pt x="843" y="955"/>
                    <a:pt x="1012" y="899"/>
                    <a:pt x="1124" y="787"/>
                  </a:cubicBezTo>
                  <a:cubicBezTo>
                    <a:pt x="1012" y="955"/>
                    <a:pt x="787" y="1068"/>
                    <a:pt x="563" y="1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23" name="Google Shape;13423;p34">
            <a:extLst>
              <a:ext uri="{FF2B5EF4-FFF2-40B4-BE49-F238E27FC236}">
                <a16:creationId xmlns:a16="http://schemas.microsoft.com/office/drawing/2014/main" id="{010AA4E3-EDDA-0A69-3580-5AA9E194AE7F}"/>
              </a:ext>
            </a:extLst>
          </p:cNvPr>
          <p:cNvGrpSpPr/>
          <p:nvPr/>
        </p:nvGrpSpPr>
        <p:grpSpPr>
          <a:xfrm>
            <a:off x="5177919" y="4475313"/>
            <a:ext cx="156092" cy="306422"/>
            <a:chOff x="474406" y="2974600"/>
            <a:chExt cx="106759" cy="209577"/>
          </a:xfrm>
        </p:grpSpPr>
        <p:sp>
          <p:nvSpPr>
            <p:cNvPr id="13424" name="Google Shape;13424;p34">
              <a:extLst>
                <a:ext uri="{FF2B5EF4-FFF2-40B4-BE49-F238E27FC236}">
                  <a16:creationId xmlns:a16="http://schemas.microsoft.com/office/drawing/2014/main" id="{4660DF9D-8D60-BE82-6F82-799BEDC75D31}"/>
                </a:ext>
              </a:extLst>
            </p:cNvPr>
            <p:cNvSpPr/>
            <p:nvPr/>
          </p:nvSpPr>
          <p:spPr>
            <a:xfrm>
              <a:off x="474406" y="2974600"/>
              <a:ext cx="106759" cy="209577"/>
            </a:xfrm>
            <a:custGeom>
              <a:avLst/>
              <a:gdLst/>
              <a:ahLst/>
              <a:cxnLst/>
              <a:rect l="l" t="t" r="r" b="b"/>
              <a:pathLst>
                <a:path w="1517" h="2978" extrusionOk="0">
                  <a:moveTo>
                    <a:pt x="1517" y="2977"/>
                  </a:moveTo>
                  <a:lnTo>
                    <a:pt x="0" y="2977"/>
                  </a:lnTo>
                  <a:lnTo>
                    <a:pt x="0" y="731"/>
                  </a:lnTo>
                  <a:cubicBezTo>
                    <a:pt x="0" y="0"/>
                    <a:pt x="1517" y="0"/>
                    <a:pt x="1517" y="7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5" name="Google Shape;13425;p34">
              <a:extLst>
                <a:ext uri="{FF2B5EF4-FFF2-40B4-BE49-F238E27FC236}">
                  <a16:creationId xmlns:a16="http://schemas.microsoft.com/office/drawing/2014/main" id="{F735B894-33E9-EE95-34BC-87D8C54C22C0}"/>
                </a:ext>
              </a:extLst>
            </p:cNvPr>
            <p:cNvSpPr/>
            <p:nvPr/>
          </p:nvSpPr>
          <p:spPr>
            <a:xfrm>
              <a:off x="474406" y="2982482"/>
              <a:ext cx="98877" cy="201695"/>
            </a:xfrm>
            <a:custGeom>
              <a:avLst/>
              <a:gdLst/>
              <a:ahLst/>
              <a:cxnLst/>
              <a:rect l="l" t="t" r="r" b="b"/>
              <a:pathLst>
                <a:path w="1405" h="2866" extrusionOk="0">
                  <a:moveTo>
                    <a:pt x="1405" y="2865"/>
                  </a:moveTo>
                  <a:lnTo>
                    <a:pt x="0" y="2865"/>
                  </a:lnTo>
                  <a:lnTo>
                    <a:pt x="0" y="619"/>
                  </a:lnTo>
                  <a:cubicBezTo>
                    <a:pt x="0" y="506"/>
                    <a:pt x="57" y="338"/>
                    <a:pt x="169" y="282"/>
                  </a:cubicBezTo>
                  <a:cubicBezTo>
                    <a:pt x="618" y="1"/>
                    <a:pt x="1405" y="169"/>
                    <a:pt x="1405" y="675"/>
                  </a:cubicBezTo>
                  <a:lnTo>
                    <a:pt x="1405" y="2865"/>
                  </a:lnTo>
                  <a:close/>
                </a:path>
              </a:pathLst>
            </a:custGeom>
            <a:solidFill>
              <a:srgbClr val="7A7A7A">
                <a:alpha val="60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6" name="Google Shape;13426;p34">
              <a:extLst>
                <a:ext uri="{FF2B5EF4-FFF2-40B4-BE49-F238E27FC236}">
                  <a16:creationId xmlns:a16="http://schemas.microsoft.com/office/drawing/2014/main" id="{B937634F-813A-53B8-8087-514D79B40A5A}"/>
                </a:ext>
              </a:extLst>
            </p:cNvPr>
            <p:cNvSpPr/>
            <p:nvPr/>
          </p:nvSpPr>
          <p:spPr>
            <a:xfrm>
              <a:off x="482288" y="3014151"/>
              <a:ext cx="83113" cy="98877"/>
            </a:xfrm>
            <a:custGeom>
              <a:avLst/>
              <a:gdLst/>
              <a:ahLst/>
              <a:cxnLst/>
              <a:rect l="l" t="t" r="r" b="b"/>
              <a:pathLst>
                <a:path w="1181" h="1405" extrusionOk="0">
                  <a:moveTo>
                    <a:pt x="1068" y="618"/>
                  </a:moveTo>
                  <a:cubicBezTo>
                    <a:pt x="1180" y="1404"/>
                    <a:pt x="1" y="1404"/>
                    <a:pt x="57" y="618"/>
                  </a:cubicBezTo>
                  <a:cubicBezTo>
                    <a:pt x="169" y="0"/>
                    <a:pt x="1012" y="0"/>
                    <a:pt x="1068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7" name="Google Shape;13427;p34">
              <a:extLst>
                <a:ext uri="{FF2B5EF4-FFF2-40B4-BE49-F238E27FC236}">
                  <a16:creationId xmlns:a16="http://schemas.microsoft.com/office/drawing/2014/main" id="{F4C40B53-6CD1-C8B2-9058-267FCD6E7A2A}"/>
                </a:ext>
              </a:extLst>
            </p:cNvPr>
            <p:cNvSpPr/>
            <p:nvPr/>
          </p:nvSpPr>
          <p:spPr>
            <a:xfrm>
              <a:off x="482288" y="3029915"/>
              <a:ext cx="79172" cy="59397"/>
            </a:xfrm>
            <a:custGeom>
              <a:avLst/>
              <a:gdLst/>
              <a:ahLst/>
              <a:cxnLst/>
              <a:rect l="l" t="t" r="r" b="b"/>
              <a:pathLst>
                <a:path w="1125" h="844" extrusionOk="0">
                  <a:moveTo>
                    <a:pt x="225" y="57"/>
                  </a:moveTo>
                  <a:cubicBezTo>
                    <a:pt x="338" y="1"/>
                    <a:pt x="394" y="1"/>
                    <a:pt x="506" y="1"/>
                  </a:cubicBezTo>
                  <a:cubicBezTo>
                    <a:pt x="899" y="1"/>
                    <a:pt x="1124" y="450"/>
                    <a:pt x="956" y="787"/>
                  </a:cubicBezTo>
                  <a:cubicBezTo>
                    <a:pt x="843" y="843"/>
                    <a:pt x="787" y="843"/>
                    <a:pt x="675" y="843"/>
                  </a:cubicBezTo>
                  <a:cubicBezTo>
                    <a:pt x="282" y="843"/>
                    <a:pt x="1" y="394"/>
                    <a:pt x="225" y="57"/>
                  </a:cubicBezTo>
                  <a:close/>
                </a:path>
              </a:pathLst>
            </a:custGeom>
            <a:solidFill>
              <a:srgbClr val="7A7A7A">
                <a:alpha val="60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28" name="Google Shape;13428;p34">
            <a:extLst>
              <a:ext uri="{FF2B5EF4-FFF2-40B4-BE49-F238E27FC236}">
                <a16:creationId xmlns:a16="http://schemas.microsoft.com/office/drawing/2014/main" id="{467DBA71-1837-058C-A1FB-DB36F5D6838F}"/>
              </a:ext>
            </a:extLst>
          </p:cNvPr>
          <p:cNvGrpSpPr/>
          <p:nvPr/>
        </p:nvGrpSpPr>
        <p:grpSpPr>
          <a:xfrm rot="-2381116">
            <a:off x="7452715" y="23057"/>
            <a:ext cx="2446757" cy="1514184"/>
            <a:chOff x="7264558" y="158760"/>
            <a:chExt cx="2580234" cy="2405871"/>
          </a:xfrm>
        </p:grpSpPr>
        <p:sp>
          <p:nvSpPr>
            <p:cNvPr id="13429" name="Google Shape;13429;p34">
              <a:extLst>
                <a:ext uri="{FF2B5EF4-FFF2-40B4-BE49-F238E27FC236}">
                  <a16:creationId xmlns:a16="http://schemas.microsoft.com/office/drawing/2014/main" id="{FEA9405A-1526-AE9D-4A52-8AD649696F0D}"/>
                </a:ext>
              </a:extLst>
            </p:cNvPr>
            <p:cNvSpPr/>
            <p:nvPr/>
          </p:nvSpPr>
          <p:spPr>
            <a:xfrm rot="923072" flipH="1">
              <a:off x="8757029" y="1390196"/>
              <a:ext cx="963666" cy="1065701"/>
            </a:xfrm>
            <a:custGeom>
              <a:avLst/>
              <a:gdLst/>
              <a:ahLst/>
              <a:cxnLst/>
              <a:rect l="l" t="t" r="r" b="b"/>
              <a:pathLst>
                <a:path w="14450" h="15980" extrusionOk="0">
                  <a:moveTo>
                    <a:pt x="14450" y="4114"/>
                  </a:moveTo>
                  <a:lnTo>
                    <a:pt x="9238" y="1"/>
                  </a:lnTo>
                  <a:lnTo>
                    <a:pt x="0" y="11888"/>
                  </a:lnTo>
                  <a:lnTo>
                    <a:pt x="5190" y="159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0" name="Google Shape;13430;p34">
              <a:extLst>
                <a:ext uri="{FF2B5EF4-FFF2-40B4-BE49-F238E27FC236}">
                  <a16:creationId xmlns:a16="http://schemas.microsoft.com/office/drawing/2014/main" id="{77EF9694-E841-AF33-9327-0E9C39F9A649}"/>
                </a:ext>
              </a:extLst>
            </p:cNvPr>
            <p:cNvSpPr/>
            <p:nvPr/>
          </p:nvSpPr>
          <p:spPr>
            <a:xfrm rot="923072" flipH="1">
              <a:off x="8758525" y="1432433"/>
              <a:ext cx="906246" cy="1016884"/>
            </a:xfrm>
            <a:custGeom>
              <a:avLst/>
              <a:gdLst/>
              <a:ahLst/>
              <a:cxnLst/>
              <a:rect l="l" t="t" r="r" b="b"/>
              <a:pathLst>
                <a:path w="13589" h="15248" extrusionOk="0">
                  <a:moveTo>
                    <a:pt x="1" y="11759"/>
                  </a:moveTo>
                  <a:lnTo>
                    <a:pt x="4437" y="15247"/>
                  </a:lnTo>
                  <a:lnTo>
                    <a:pt x="13589" y="3511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1" name="Google Shape;13431;p34">
              <a:extLst>
                <a:ext uri="{FF2B5EF4-FFF2-40B4-BE49-F238E27FC236}">
                  <a16:creationId xmlns:a16="http://schemas.microsoft.com/office/drawing/2014/main" id="{2FE6E97E-C7CA-BE83-A402-D7E8937AE389}"/>
                </a:ext>
              </a:extLst>
            </p:cNvPr>
            <p:cNvSpPr/>
            <p:nvPr/>
          </p:nvSpPr>
          <p:spPr>
            <a:xfrm rot="923072" flipH="1">
              <a:off x="8811828" y="1439434"/>
              <a:ext cx="855962" cy="976670"/>
            </a:xfrm>
            <a:custGeom>
              <a:avLst/>
              <a:gdLst/>
              <a:ahLst/>
              <a:cxnLst/>
              <a:rect l="l" t="t" r="r" b="b"/>
              <a:pathLst>
                <a:path w="12835" h="14645" extrusionOk="0">
                  <a:moveTo>
                    <a:pt x="12835" y="2930"/>
                  </a:moveTo>
                  <a:lnTo>
                    <a:pt x="9131" y="1"/>
                  </a:lnTo>
                  <a:lnTo>
                    <a:pt x="0" y="11716"/>
                  </a:lnTo>
                  <a:lnTo>
                    <a:pt x="3726" y="1464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2" name="Google Shape;13432;p34">
              <a:extLst>
                <a:ext uri="{FF2B5EF4-FFF2-40B4-BE49-F238E27FC236}">
                  <a16:creationId xmlns:a16="http://schemas.microsoft.com/office/drawing/2014/main" id="{C14F5320-5B10-1C19-4413-1E854455CA46}"/>
                </a:ext>
              </a:extLst>
            </p:cNvPr>
            <p:cNvSpPr/>
            <p:nvPr/>
          </p:nvSpPr>
          <p:spPr>
            <a:xfrm rot="3331772" flipH="1">
              <a:off x="8263789" y="876268"/>
              <a:ext cx="818680" cy="652023"/>
            </a:xfrm>
            <a:custGeom>
              <a:avLst/>
              <a:gdLst/>
              <a:ahLst/>
              <a:cxnLst/>
              <a:rect l="l" t="t" r="r" b="b"/>
              <a:pathLst>
                <a:path w="12276" h="9777" extrusionOk="0">
                  <a:moveTo>
                    <a:pt x="9820" y="9777"/>
                  </a:moveTo>
                  <a:lnTo>
                    <a:pt x="12275" y="5362"/>
                  </a:lnTo>
                  <a:lnTo>
                    <a:pt x="2456" y="0"/>
                  </a:lnTo>
                  <a:lnTo>
                    <a:pt x="1" y="44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3" name="Google Shape;13433;p34">
              <a:extLst>
                <a:ext uri="{FF2B5EF4-FFF2-40B4-BE49-F238E27FC236}">
                  <a16:creationId xmlns:a16="http://schemas.microsoft.com/office/drawing/2014/main" id="{548E25C7-0606-BF96-B71E-D050A67BCCE9}"/>
                </a:ext>
              </a:extLst>
            </p:cNvPr>
            <p:cNvSpPr/>
            <p:nvPr/>
          </p:nvSpPr>
          <p:spPr>
            <a:xfrm rot="3331772" flipH="1">
              <a:off x="8215349" y="830790"/>
              <a:ext cx="789870" cy="613276"/>
            </a:xfrm>
            <a:custGeom>
              <a:avLst/>
              <a:gdLst/>
              <a:ahLst/>
              <a:cxnLst/>
              <a:rect l="l" t="t" r="r" b="b"/>
              <a:pathLst>
                <a:path w="11844" h="9196" extrusionOk="0">
                  <a:moveTo>
                    <a:pt x="11844" y="5534"/>
                  </a:moveTo>
                  <a:lnTo>
                    <a:pt x="2132" y="0"/>
                  </a:lnTo>
                  <a:lnTo>
                    <a:pt x="0" y="3661"/>
                  </a:lnTo>
                  <a:lnTo>
                    <a:pt x="9712" y="9195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4" name="Google Shape;13434;p34">
              <a:extLst>
                <a:ext uri="{FF2B5EF4-FFF2-40B4-BE49-F238E27FC236}">
                  <a16:creationId xmlns:a16="http://schemas.microsoft.com/office/drawing/2014/main" id="{09245D76-83C7-D760-C95A-C66C3E8325B6}"/>
                </a:ext>
              </a:extLst>
            </p:cNvPr>
            <p:cNvSpPr/>
            <p:nvPr/>
          </p:nvSpPr>
          <p:spPr>
            <a:xfrm rot="3331772" flipH="1">
              <a:off x="7454277" y="326969"/>
              <a:ext cx="647755" cy="455289"/>
            </a:xfrm>
            <a:custGeom>
              <a:avLst/>
              <a:gdLst/>
              <a:ahLst/>
              <a:cxnLst/>
              <a:rect l="l" t="t" r="r" b="b"/>
              <a:pathLst>
                <a:path w="9713" h="6827" extrusionOk="0">
                  <a:moveTo>
                    <a:pt x="0" y="4005"/>
                  </a:moveTo>
                  <a:lnTo>
                    <a:pt x="2369" y="0"/>
                  </a:lnTo>
                  <a:lnTo>
                    <a:pt x="7408" y="3532"/>
                  </a:lnTo>
                  <a:lnTo>
                    <a:pt x="9712" y="6374"/>
                  </a:lnTo>
                  <a:lnTo>
                    <a:pt x="9002" y="6826"/>
                  </a:lnTo>
                  <a:lnTo>
                    <a:pt x="6698" y="4005"/>
                  </a:lnTo>
                  <a:lnTo>
                    <a:pt x="3381" y="2046"/>
                  </a:lnTo>
                  <a:lnTo>
                    <a:pt x="1788" y="478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5" name="Google Shape;13435;p34">
              <a:extLst>
                <a:ext uri="{FF2B5EF4-FFF2-40B4-BE49-F238E27FC236}">
                  <a16:creationId xmlns:a16="http://schemas.microsoft.com/office/drawing/2014/main" id="{094A162E-DBE3-870B-2EAF-D65566F62919}"/>
                </a:ext>
              </a:extLst>
            </p:cNvPr>
            <p:cNvSpPr/>
            <p:nvPr/>
          </p:nvSpPr>
          <p:spPr>
            <a:xfrm rot="3331772" flipH="1">
              <a:off x="7331536" y="611852"/>
              <a:ext cx="619012" cy="488367"/>
            </a:xfrm>
            <a:custGeom>
              <a:avLst/>
              <a:gdLst/>
              <a:ahLst/>
              <a:cxnLst/>
              <a:rect l="l" t="t" r="r" b="b"/>
              <a:pathLst>
                <a:path w="9282" h="7323" extrusionOk="0">
                  <a:moveTo>
                    <a:pt x="2347" y="0"/>
                  </a:moveTo>
                  <a:lnTo>
                    <a:pt x="0" y="4006"/>
                  </a:lnTo>
                  <a:lnTo>
                    <a:pt x="5556" y="6698"/>
                  </a:lnTo>
                  <a:lnTo>
                    <a:pt x="9152" y="7322"/>
                  </a:lnTo>
                  <a:lnTo>
                    <a:pt x="9281" y="6396"/>
                  </a:lnTo>
                  <a:lnTo>
                    <a:pt x="5621" y="5858"/>
                  </a:lnTo>
                  <a:lnTo>
                    <a:pt x="2304" y="3898"/>
                  </a:lnTo>
                  <a:lnTo>
                    <a:pt x="3898" y="11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6" name="Google Shape;13436;p34">
              <a:extLst>
                <a:ext uri="{FF2B5EF4-FFF2-40B4-BE49-F238E27FC236}">
                  <a16:creationId xmlns:a16="http://schemas.microsoft.com/office/drawing/2014/main" id="{DBC36EE0-24D9-535F-B612-706FE5C20A4F}"/>
                </a:ext>
              </a:extLst>
            </p:cNvPr>
            <p:cNvSpPr/>
            <p:nvPr/>
          </p:nvSpPr>
          <p:spPr>
            <a:xfrm rot="3331772" flipH="1">
              <a:off x="7460178" y="331564"/>
              <a:ext cx="623346" cy="425145"/>
            </a:xfrm>
            <a:custGeom>
              <a:avLst/>
              <a:gdLst/>
              <a:ahLst/>
              <a:cxnLst/>
              <a:rect l="l" t="t" r="r" b="b"/>
              <a:pathLst>
                <a:path w="9347" h="6375" extrusionOk="0">
                  <a:moveTo>
                    <a:pt x="2305" y="0"/>
                  </a:moveTo>
                  <a:lnTo>
                    <a:pt x="7042" y="3317"/>
                  </a:lnTo>
                  <a:lnTo>
                    <a:pt x="9346" y="6159"/>
                  </a:lnTo>
                  <a:lnTo>
                    <a:pt x="9002" y="6375"/>
                  </a:lnTo>
                  <a:lnTo>
                    <a:pt x="6676" y="3963"/>
                  </a:lnTo>
                  <a:lnTo>
                    <a:pt x="3360" y="2025"/>
                  </a:lnTo>
                  <a:lnTo>
                    <a:pt x="3338" y="2025"/>
                  </a:lnTo>
                  <a:lnTo>
                    <a:pt x="3015" y="1831"/>
                  </a:lnTo>
                  <a:lnTo>
                    <a:pt x="1422" y="4566"/>
                  </a:lnTo>
                  <a:lnTo>
                    <a:pt x="1" y="394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7" name="Google Shape;13437;p34">
              <a:extLst>
                <a:ext uri="{FF2B5EF4-FFF2-40B4-BE49-F238E27FC236}">
                  <a16:creationId xmlns:a16="http://schemas.microsoft.com/office/drawing/2014/main" id="{4A90DD5A-8E42-8302-3BFF-347244653EF7}"/>
                </a:ext>
              </a:extLst>
            </p:cNvPr>
            <p:cNvSpPr/>
            <p:nvPr/>
          </p:nvSpPr>
          <p:spPr>
            <a:xfrm rot="3331772" flipH="1">
              <a:off x="7335639" y="617739"/>
              <a:ext cx="588868" cy="472562"/>
            </a:xfrm>
            <a:custGeom>
              <a:avLst/>
              <a:gdLst/>
              <a:ahLst/>
              <a:cxnLst/>
              <a:rect l="l" t="t" r="r" b="b"/>
              <a:pathLst>
                <a:path w="8830" h="7086" extrusionOk="0">
                  <a:moveTo>
                    <a:pt x="1" y="3941"/>
                  </a:moveTo>
                  <a:lnTo>
                    <a:pt x="5212" y="6461"/>
                  </a:lnTo>
                  <a:lnTo>
                    <a:pt x="8808" y="7085"/>
                  </a:lnTo>
                  <a:lnTo>
                    <a:pt x="8830" y="6676"/>
                  </a:lnTo>
                  <a:lnTo>
                    <a:pt x="5600" y="5793"/>
                  </a:lnTo>
                  <a:lnTo>
                    <a:pt x="5277" y="5621"/>
                  </a:lnTo>
                  <a:lnTo>
                    <a:pt x="5277" y="5621"/>
                  </a:lnTo>
                  <a:lnTo>
                    <a:pt x="1960" y="3661"/>
                  </a:lnTo>
                  <a:lnTo>
                    <a:pt x="3554" y="926"/>
                  </a:lnTo>
                  <a:lnTo>
                    <a:pt x="2326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8" name="Google Shape;13438;p34">
              <a:extLst>
                <a:ext uri="{FF2B5EF4-FFF2-40B4-BE49-F238E27FC236}">
                  <a16:creationId xmlns:a16="http://schemas.microsoft.com/office/drawing/2014/main" id="{E14419F7-D23C-9019-B62B-62AF99D6BF0C}"/>
                </a:ext>
              </a:extLst>
            </p:cNvPr>
            <p:cNvSpPr/>
            <p:nvPr/>
          </p:nvSpPr>
          <p:spPr>
            <a:xfrm rot="3331772" flipH="1">
              <a:off x="7910830" y="771890"/>
              <a:ext cx="324644" cy="270026"/>
            </a:xfrm>
            <a:custGeom>
              <a:avLst/>
              <a:gdLst/>
              <a:ahLst/>
              <a:cxnLst/>
              <a:rect l="l" t="t" r="r" b="b"/>
              <a:pathLst>
                <a:path w="4868" h="4049" extrusionOk="0">
                  <a:moveTo>
                    <a:pt x="3769" y="4049"/>
                  </a:moveTo>
                  <a:lnTo>
                    <a:pt x="4867" y="2175"/>
                  </a:lnTo>
                  <a:lnTo>
                    <a:pt x="1099" y="0"/>
                  </a:lnTo>
                  <a:lnTo>
                    <a:pt x="0" y="189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9" name="Google Shape;13439;p34">
              <a:extLst>
                <a:ext uri="{FF2B5EF4-FFF2-40B4-BE49-F238E27FC236}">
                  <a16:creationId xmlns:a16="http://schemas.microsoft.com/office/drawing/2014/main" id="{8CF49892-A2E6-899B-F7CD-266663C808A7}"/>
                </a:ext>
              </a:extLst>
            </p:cNvPr>
            <p:cNvSpPr/>
            <p:nvPr/>
          </p:nvSpPr>
          <p:spPr>
            <a:xfrm rot="3331772" flipH="1">
              <a:off x="8036047" y="837811"/>
              <a:ext cx="202536" cy="198201"/>
            </a:xfrm>
            <a:custGeom>
              <a:avLst/>
              <a:gdLst/>
              <a:ahLst/>
              <a:cxnLst/>
              <a:rect l="l" t="t" r="r" b="b"/>
              <a:pathLst>
                <a:path w="3037" h="2972" extrusionOk="0">
                  <a:moveTo>
                    <a:pt x="3037" y="1120"/>
                  </a:moveTo>
                  <a:lnTo>
                    <a:pt x="1099" y="0"/>
                  </a:lnTo>
                  <a:lnTo>
                    <a:pt x="0" y="1895"/>
                  </a:lnTo>
                  <a:lnTo>
                    <a:pt x="1895" y="2972"/>
                  </a:lnTo>
                  <a:cubicBezTo>
                    <a:pt x="2520" y="2541"/>
                    <a:pt x="2929" y="1852"/>
                    <a:pt x="3037" y="112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0" name="Google Shape;13440;p34">
              <a:extLst>
                <a:ext uri="{FF2B5EF4-FFF2-40B4-BE49-F238E27FC236}">
                  <a16:creationId xmlns:a16="http://schemas.microsoft.com/office/drawing/2014/main" id="{D3F445FC-3359-3548-F507-589F5FACB4C4}"/>
                </a:ext>
              </a:extLst>
            </p:cNvPr>
            <p:cNvSpPr/>
            <p:nvPr/>
          </p:nvSpPr>
          <p:spPr>
            <a:xfrm rot="3331772" flipH="1">
              <a:off x="7767321" y="694060"/>
              <a:ext cx="284431" cy="291566"/>
            </a:xfrm>
            <a:custGeom>
              <a:avLst/>
              <a:gdLst/>
              <a:ahLst/>
              <a:cxnLst/>
              <a:rect l="l" t="t" r="r" b="b"/>
              <a:pathLst>
                <a:path w="4265" h="4372" extrusionOk="0">
                  <a:moveTo>
                    <a:pt x="3942" y="1637"/>
                  </a:moveTo>
                  <a:cubicBezTo>
                    <a:pt x="3446" y="151"/>
                    <a:pt x="1401" y="0"/>
                    <a:pt x="690" y="1400"/>
                  </a:cubicBezTo>
                  <a:cubicBezTo>
                    <a:pt x="1" y="2800"/>
                    <a:pt x="1336" y="4372"/>
                    <a:pt x="2843" y="3876"/>
                  </a:cubicBezTo>
                  <a:cubicBezTo>
                    <a:pt x="3748" y="3553"/>
                    <a:pt x="4265" y="2563"/>
                    <a:pt x="3942" y="163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1" name="Google Shape;13441;p34">
              <a:extLst>
                <a:ext uri="{FF2B5EF4-FFF2-40B4-BE49-F238E27FC236}">
                  <a16:creationId xmlns:a16="http://schemas.microsoft.com/office/drawing/2014/main" id="{E01FCBAD-109C-3F9A-0BBF-45C123CB0E34}"/>
                </a:ext>
              </a:extLst>
            </p:cNvPr>
            <p:cNvSpPr/>
            <p:nvPr/>
          </p:nvSpPr>
          <p:spPr>
            <a:xfrm rot="3331772" flipH="1">
              <a:off x="7749472" y="687662"/>
              <a:ext cx="277295" cy="290166"/>
            </a:xfrm>
            <a:custGeom>
              <a:avLst/>
              <a:gdLst/>
              <a:ahLst/>
              <a:cxnLst/>
              <a:rect l="l" t="t" r="r" b="b"/>
              <a:pathLst>
                <a:path w="4158" h="4351" extrusionOk="0">
                  <a:moveTo>
                    <a:pt x="3640" y="1422"/>
                  </a:moveTo>
                  <a:cubicBezTo>
                    <a:pt x="3511" y="1056"/>
                    <a:pt x="3274" y="754"/>
                    <a:pt x="2973" y="539"/>
                  </a:cubicBezTo>
                  <a:cubicBezTo>
                    <a:pt x="2154" y="1"/>
                    <a:pt x="1056" y="237"/>
                    <a:pt x="518" y="1056"/>
                  </a:cubicBezTo>
                  <a:cubicBezTo>
                    <a:pt x="1" y="1874"/>
                    <a:pt x="216" y="2972"/>
                    <a:pt x="1035" y="3489"/>
                  </a:cubicBezTo>
                  <a:cubicBezTo>
                    <a:pt x="2434" y="4351"/>
                    <a:pt x="4157" y="2994"/>
                    <a:pt x="3640" y="142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2" name="Google Shape;13442;p34">
              <a:extLst>
                <a:ext uri="{FF2B5EF4-FFF2-40B4-BE49-F238E27FC236}">
                  <a16:creationId xmlns:a16="http://schemas.microsoft.com/office/drawing/2014/main" id="{CAE34365-8D8D-52BB-2A69-4DABE15DBBA8}"/>
                </a:ext>
              </a:extLst>
            </p:cNvPr>
            <p:cNvSpPr/>
            <p:nvPr/>
          </p:nvSpPr>
          <p:spPr>
            <a:xfrm rot="3331772" flipH="1">
              <a:off x="8774554" y="1149893"/>
              <a:ext cx="527114" cy="528581"/>
            </a:xfrm>
            <a:custGeom>
              <a:avLst/>
              <a:gdLst/>
              <a:ahLst/>
              <a:cxnLst/>
              <a:rect l="l" t="t" r="r" b="b"/>
              <a:pathLst>
                <a:path w="7904" h="7926" extrusionOk="0">
                  <a:moveTo>
                    <a:pt x="3166" y="453"/>
                  </a:moveTo>
                  <a:cubicBezTo>
                    <a:pt x="5104" y="1"/>
                    <a:pt x="7042" y="1228"/>
                    <a:pt x="7472" y="3167"/>
                  </a:cubicBezTo>
                  <a:cubicBezTo>
                    <a:pt x="7903" y="5105"/>
                    <a:pt x="6697" y="7043"/>
                    <a:pt x="4759" y="7473"/>
                  </a:cubicBezTo>
                  <a:cubicBezTo>
                    <a:pt x="2800" y="7926"/>
                    <a:pt x="883" y="6698"/>
                    <a:pt x="452" y="4760"/>
                  </a:cubicBezTo>
                  <a:cubicBezTo>
                    <a:pt x="0" y="2822"/>
                    <a:pt x="1228" y="884"/>
                    <a:pt x="3166" y="4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3" name="Google Shape;13443;p34">
              <a:extLst>
                <a:ext uri="{FF2B5EF4-FFF2-40B4-BE49-F238E27FC236}">
                  <a16:creationId xmlns:a16="http://schemas.microsoft.com/office/drawing/2014/main" id="{73EB7E98-313B-C124-5DE5-1FFDE64CFB69}"/>
                </a:ext>
              </a:extLst>
            </p:cNvPr>
            <p:cNvSpPr/>
            <p:nvPr/>
          </p:nvSpPr>
          <p:spPr>
            <a:xfrm rot="3331772" flipH="1">
              <a:off x="8770383" y="1172151"/>
              <a:ext cx="499838" cy="475429"/>
            </a:xfrm>
            <a:custGeom>
              <a:avLst/>
              <a:gdLst/>
              <a:ahLst/>
              <a:cxnLst/>
              <a:rect l="l" t="t" r="r" b="b"/>
              <a:pathLst>
                <a:path w="7495" h="7129" extrusionOk="0">
                  <a:moveTo>
                    <a:pt x="6224" y="969"/>
                  </a:moveTo>
                  <a:cubicBezTo>
                    <a:pt x="6633" y="1422"/>
                    <a:pt x="6913" y="1982"/>
                    <a:pt x="7063" y="2585"/>
                  </a:cubicBezTo>
                  <a:cubicBezTo>
                    <a:pt x="7494" y="4523"/>
                    <a:pt x="6267" y="6461"/>
                    <a:pt x="4329" y="6891"/>
                  </a:cubicBezTo>
                  <a:cubicBezTo>
                    <a:pt x="3252" y="7128"/>
                    <a:pt x="2132" y="6870"/>
                    <a:pt x="1271" y="6181"/>
                  </a:cubicBezTo>
                  <a:cubicBezTo>
                    <a:pt x="862" y="5707"/>
                    <a:pt x="560" y="5147"/>
                    <a:pt x="431" y="4566"/>
                  </a:cubicBezTo>
                  <a:cubicBezTo>
                    <a:pt x="0" y="2606"/>
                    <a:pt x="1206" y="690"/>
                    <a:pt x="3144" y="259"/>
                  </a:cubicBezTo>
                  <a:cubicBezTo>
                    <a:pt x="4221" y="0"/>
                    <a:pt x="5362" y="280"/>
                    <a:pt x="6224" y="9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4" name="Google Shape;13444;p34">
              <a:extLst>
                <a:ext uri="{FF2B5EF4-FFF2-40B4-BE49-F238E27FC236}">
                  <a16:creationId xmlns:a16="http://schemas.microsoft.com/office/drawing/2014/main" id="{6377EE05-9832-BF5D-FB85-1F055D460FD9}"/>
                </a:ext>
              </a:extLst>
            </p:cNvPr>
            <p:cNvSpPr/>
            <p:nvPr/>
          </p:nvSpPr>
          <p:spPr>
            <a:xfrm rot="3331772" flipH="1">
              <a:off x="8856178" y="1246629"/>
              <a:ext cx="304504" cy="304504"/>
            </a:xfrm>
            <a:custGeom>
              <a:avLst/>
              <a:gdLst/>
              <a:ahLst/>
              <a:cxnLst/>
              <a:rect l="l" t="t" r="r" b="b"/>
              <a:pathLst>
                <a:path w="4566" h="4566" extrusionOk="0">
                  <a:moveTo>
                    <a:pt x="1831" y="259"/>
                  </a:moveTo>
                  <a:cubicBezTo>
                    <a:pt x="2951" y="1"/>
                    <a:pt x="4070" y="690"/>
                    <a:pt x="4329" y="1831"/>
                  </a:cubicBezTo>
                  <a:cubicBezTo>
                    <a:pt x="4566" y="2951"/>
                    <a:pt x="3877" y="4049"/>
                    <a:pt x="2735" y="4307"/>
                  </a:cubicBezTo>
                  <a:cubicBezTo>
                    <a:pt x="1615" y="4566"/>
                    <a:pt x="517" y="3855"/>
                    <a:pt x="259" y="2735"/>
                  </a:cubicBezTo>
                  <a:cubicBezTo>
                    <a:pt x="0" y="1616"/>
                    <a:pt x="711" y="496"/>
                    <a:pt x="1831" y="2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5" name="Google Shape;13445;p34">
              <a:extLst>
                <a:ext uri="{FF2B5EF4-FFF2-40B4-BE49-F238E27FC236}">
                  <a16:creationId xmlns:a16="http://schemas.microsoft.com/office/drawing/2014/main" id="{71F80B8D-6BE7-2D14-BBBF-5DDE29AAAB76}"/>
                </a:ext>
              </a:extLst>
            </p:cNvPr>
            <p:cNvSpPr/>
            <p:nvPr/>
          </p:nvSpPr>
          <p:spPr>
            <a:xfrm rot="3331772" flipH="1">
              <a:off x="8885173" y="1261957"/>
              <a:ext cx="305905" cy="304504"/>
            </a:xfrm>
            <a:custGeom>
              <a:avLst/>
              <a:gdLst/>
              <a:ahLst/>
              <a:cxnLst/>
              <a:rect l="l" t="t" r="r" b="b"/>
              <a:pathLst>
                <a:path w="4587" h="4566" extrusionOk="0">
                  <a:moveTo>
                    <a:pt x="1831" y="259"/>
                  </a:moveTo>
                  <a:cubicBezTo>
                    <a:pt x="2950" y="1"/>
                    <a:pt x="4070" y="711"/>
                    <a:pt x="4329" y="1831"/>
                  </a:cubicBezTo>
                  <a:cubicBezTo>
                    <a:pt x="4587" y="2951"/>
                    <a:pt x="3876" y="4071"/>
                    <a:pt x="2757" y="4308"/>
                  </a:cubicBezTo>
                  <a:cubicBezTo>
                    <a:pt x="1637" y="4566"/>
                    <a:pt x="517" y="3855"/>
                    <a:pt x="259" y="2736"/>
                  </a:cubicBezTo>
                  <a:cubicBezTo>
                    <a:pt x="0" y="1616"/>
                    <a:pt x="711" y="496"/>
                    <a:pt x="1831" y="2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6" name="Google Shape;13446;p34">
              <a:extLst>
                <a:ext uri="{FF2B5EF4-FFF2-40B4-BE49-F238E27FC236}">
                  <a16:creationId xmlns:a16="http://schemas.microsoft.com/office/drawing/2014/main" id="{00B60F3A-F7D2-6C0A-1CC5-FE4D016472E4}"/>
                </a:ext>
              </a:extLst>
            </p:cNvPr>
            <p:cNvSpPr/>
            <p:nvPr/>
          </p:nvSpPr>
          <p:spPr>
            <a:xfrm rot="3331772" flipH="1">
              <a:off x="8883748" y="1274666"/>
              <a:ext cx="271426" cy="262890"/>
            </a:xfrm>
            <a:custGeom>
              <a:avLst/>
              <a:gdLst/>
              <a:ahLst/>
              <a:cxnLst/>
              <a:rect l="l" t="t" r="r" b="b"/>
              <a:pathLst>
                <a:path w="4070" h="3942" extrusionOk="0">
                  <a:moveTo>
                    <a:pt x="3122" y="216"/>
                  </a:moveTo>
                  <a:cubicBezTo>
                    <a:pt x="3467" y="496"/>
                    <a:pt x="3725" y="905"/>
                    <a:pt x="3812" y="1357"/>
                  </a:cubicBezTo>
                  <a:cubicBezTo>
                    <a:pt x="4070" y="2477"/>
                    <a:pt x="3359" y="3597"/>
                    <a:pt x="2240" y="3834"/>
                  </a:cubicBezTo>
                  <a:cubicBezTo>
                    <a:pt x="1809" y="3941"/>
                    <a:pt x="1357" y="3898"/>
                    <a:pt x="948" y="3704"/>
                  </a:cubicBezTo>
                  <a:cubicBezTo>
                    <a:pt x="581" y="3403"/>
                    <a:pt x="345" y="3015"/>
                    <a:pt x="237" y="2563"/>
                  </a:cubicBezTo>
                  <a:cubicBezTo>
                    <a:pt x="0" y="1443"/>
                    <a:pt x="689" y="345"/>
                    <a:pt x="1809" y="87"/>
                  </a:cubicBezTo>
                  <a:cubicBezTo>
                    <a:pt x="2240" y="0"/>
                    <a:pt x="2713" y="43"/>
                    <a:pt x="3122" y="216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7" name="Google Shape;13447;p34">
              <a:extLst>
                <a:ext uri="{FF2B5EF4-FFF2-40B4-BE49-F238E27FC236}">
                  <a16:creationId xmlns:a16="http://schemas.microsoft.com/office/drawing/2014/main" id="{CFCB7917-FC57-5154-7055-315B4EF3D591}"/>
                </a:ext>
              </a:extLst>
            </p:cNvPr>
            <p:cNvSpPr/>
            <p:nvPr/>
          </p:nvSpPr>
          <p:spPr>
            <a:xfrm rot="3331772" flipH="1">
              <a:off x="8907416" y="1287899"/>
              <a:ext cx="251353" cy="245617"/>
            </a:xfrm>
            <a:custGeom>
              <a:avLst/>
              <a:gdLst/>
              <a:ahLst/>
              <a:cxnLst/>
              <a:rect l="l" t="t" r="r" b="b"/>
              <a:pathLst>
                <a:path w="3769" h="3683" extrusionOk="0">
                  <a:moveTo>
                    <a:pt x="754" y="3510"/>
                  </a:moveTo>
                  <a:cubicBezTo>
                    <a:pt x="496" y="3252"/>
                    <a:pt x="324" y="2929"/>
                    <a:pt x="259" y="2563"/>
                  </a:cubicBezTo>
                  <a:cubicBezTo>
                    <a:pt x="0" y="1443"/>
                    <a:pt x="711" y="345"/>
                    <a:pt x="1831" y="87"/>
                  </a:cubicBezTo>
                  <a:cubicBezTo>
                    <a:pt x="2240" y="0"/>
                    <a:pt x="2649" y="22"/>
                    <a:pt x="3037" y="173"/>
                  </a:cubicBezTo>
                  <a:cubicBezTo>
                    <a:pt x="3274" y="453"/>
                    <a:pt x="3446" y="776"/>
                    <a:pt x="3511" y="1120"/>
                  </a:cubicBezTo>
                  <a:cubicBezTo>
                    <a:pt x="3769" y="2240"/>
                    <a:pt x="3058" y="3338"/>
                    <a:pt x="1939" y="3597"/>
                  </a:cubicBezTo>
                  <a:cubicBezTo>
                    <a:pt x="1551" y="3683"/>
                    <a:pt x="1120" y="3640"/>
                    <a:pt x="754" y="3510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8" name="Google Shape;13448;p34">
              <a:extLst>
                <a:ext uri="{FF2B5EF4-FFF2-40B4-BE49-F238E27FC236}">
                  <a16:creationId xmlns:a16="http://schemas.microsoft.com/office/drawing/2014/main" id="{7167C624-D44E-83F5-600D-4D3C4D133437}"/>
                </a:ext>
              </a:extLst>
            </p:cNvPr>
            <p:cNvSpPr/>
            <p:nvPr/>
          </p:nvSpPr>
          <p:spPr>
            <a:xfrm rot="3331772" flipH="1">
              <a:off x="8069427" y="802729"/>
              <a:ext cx="406539" cy="406472"/>
            </a:xfrm>
            <a:custGeom>
              <a:avLst/>
              <a:gdLst/>
              <a:ahLst/>
              <a:cxnLst/>
              <a:rect l="l" t="t" r="r" b="b"/>
              <a:pathLst>
                <a:path w="6096" h="6095" extrusionOk="0">
                  <a:moveTo>
                    <a:pt x="2219" y="453"/>
                  </a:moveTo>
                  <a:cubicBezTo>
                    <a:pt x="3662" y="0"/>
                    <a:pt x="5191" y="797"/>
                    <a:pt x="5643" y="2219"/>
                  </a:cubicBezTo>
                  <a:cubicBezTo>
                    <a:pt x="6095" y="3661"/>
                    <a:pt x="5320" y="5190"/>
                    <a:pt x="3877" y="5642"/>
                  </a:cubicBezTo>
                  <a:cubicBezTo>
                    <a:pt x="2434" y="6095"/>
                    <a:pt x="905" y="5319"/>
                    <a:pt x="453" y="3877"/>
                  </a:cubicBezTo>
                  <a:cubicBezTo>
                    <a:pt x="1" y="2434"/>
                    <a:pt x="776" y="905"/>
                    <a:pt x="2219" y="4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9" name="Google Shape;13449;p34">
              <a:extLst>
                <a:ext uri="{FF2B5EF4-FFF2-40B4-BE49-F238E27FC236}">
                  <a16:creationId xmlns:a16="http://schemas.microsoft.com/office/drawing/2014/main" id="{A1A12E80-91BF-EB1B-645E-28302572F9B3}"/>
                </a:ext>
              </a:extLst>
            </p:cNvPr>
            <p:cNvSpPr/>
            <p:nvPr/>
          </p:nvSpPr>
          <p:spPr>
            <a:xfrm rot="3331772" flipH="1">
              <a:off x="8067008" y="820259"/>
              <a:ext cx="384998" cy="363391"/>
            </a:xfrm>
            <a:custGeom>
              <a:avLst/>
              <a:gdLst/>
              <a:ahLst/>
              <a:cxnLst/>
              <a:rect l="l" t="t" r="r" b="b"/>
              <a:pathLst>
                <a:path w="5773" h="5449" extrusionOk="0">
                  <a:moveTo>
                    <a:pt x="4588" y="604"/>
                  </a:moveTo>
                  <a:cubicBezTo>
                    <a:pt x="4932" y="927"/>
                    <a:pt x="5191" y="1336"/>
                    <a:pt x="5320" y="1767"/>
                  </a:cubicBezTo>
                  <a:cubicBezTo>
                    <a:pt x="5772" y="3209"/>
                    <a:pt x="4997" y="4738"/>
                    <a:pt x="3554" y="5190"/>
                  </a:cubicBezTo>
                  <a:cubicBezTo>
                    <a:pt x="2757" y="5449"/>
                    <a:pt x="1874" y="5320"/>
                    <a:pt x="1185" y="4846"/>
                  </a:cubicBezTo>
                  <a:cubicBezTo>
                    <a:pt x="841" y="4523"/>
                    <a:pt x="582" y="4114"/>
                    <a:pt x="453" y="3683"/>
                  </a:cubicBezTo>
                  <a:cubicBezTo>
                    <a:pt x="1" y="2240"/>
                    <a:pt x="798" y="711"/>
                    <a:pt x="2219" y="259"/>
                  </a:cubicBezTo>
                  <a:cubicBezTo>
                    <a:pt x="3016" y="1"/>
                    <a:pt x="3899" y="130"/>
                    <a:pt x="4588" y="6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0" name="Google Shape;13450;p34">
              <a:extLst>
                <a:ext uri="{FF2B5EF4-FFF2-40B4-BE49-F238E27FC236}">
                  <a16:creationId xmlns:a16="http://schemas.microsoft.com/office/drawing/2014/main" id="{AA25425A-F6BE-88FA-AC1C-F37560BDA7D0}"/>
                </a:ext>
              </a:extLst>
            </p:cNvPr>
            <p:cNvSpPr/>
            <p:nvPr/>
          </p:nvSpPr>
          <p:spPr>
            <a:xfrm rot="3331772" flipH="1">
              <a:off x="8133193" y="873591"/>
              <a:ext cx="235614" cy="237014"/>
            </a:xfrm>
            <a:custGeom>
              <a:avLst/>
              <a:gdLst/>
              <a:ahLst/>
              <a:cxnLst/>
              <a:rect l="l" t="t" r="r" b="b"/>
              <a:pathLst>
                <a:path w="3533" h="3554" extrusionOk="0">
                  <a:moveTo>
                    <a:pt x="1292" y="281"/>
                  </a:moveTo>
                  <a:cubicBezTo>
                    <a:pt x="2111" y="1"/>
                    <a:pt x="2994" y="475"/>
                    <a:pt x="3274" y="1293"/>
                  </a:cubicBezTo>
                  <a:cubicBezTo>
                    <a:pt x="3532" y="2133"/>
                    <a:pt x="3080" y="3016"/>
                    <a:pt x="2240" y="3274"/>
                  </a:cubicBezTo>
                  <a:cubicBezTo>
                    <a:pt x="1400" y="3554"/>
                    <a:pt x="517" y="3080"/>
                    <a:pt x="259" y="2262"/>
                  </a:cubicBezTo>
                  <a:cubicBezTo>
                    <a:pt x="0" y="1422"/>
                    <a:pt x="453" y="539"/>
                    <a:pt x="1292" y="2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1" name="Google Shape;13451;p34">
              <a:extLst>
                <a:ext uri="{FF2B5EF4-FFF2-40B4-BE49-F238E27FC236}">
                  <a16:creationId xmlns:a16="http://schemas.microsoft.com/office/drawing/2014/main" id="{9690CBFC-D849-2419-2270-58F64FA2D00D}"/>
                </a:ext>
              </a:extLst>
            </p:cNvPr>
            <p:cNvSpPr/>
            <p:nvPr/>
          </p:nvSpPr>
          <p:spPr>
            <a:xfrm rot="3331772" flipH="1">
              <a:off x="8153582" y="888572"/>
              <a:ext cx="237014" cy="235614"/>
            </a:xfrm>
            <a:custGeom>
              <a:avLst/>
              <a:gdLst/>
              <a:ahLst/>
              <a:cxnLst/>
              <a:rect l="l" t="t" r="r" b="b"/>
              <a:pathLst>
                <a:path w="3554" h="3533" extrusionOk="0">
                  <a:moveTo>
                    <a:pt x="1292" y="259"/>
                  </a:moveTo>
                  <a:cubicBezTo>
                    <a:pt x="2132" y="1"/>
                    <a:pt x="3015" y="453"/>
                    <a:pt x="3274" y="1271"/>
                  </a:cubicBezTo>
                  <a:cubicBezTo>
                    <a:pt x="3553" y="2111"/>
                    <a:pt x="3080" y="2994"/>
                    <a:pt x="2261" y="3252"/>
                  </a:cubicBezTo>
                  <a:cubicBezTo>
                    <a:pt x="1422" y="3532"/>
                    <a:pt x="539" y="3058"/>
                    <a:pt x="280" y="2240"/>
                  </a:cubicBezTo>
                  <a:cubicBezTo>
                    <a:pt x="0" y="1400"/>
                    <a:pt x="474" y="517"/>
                    <a:pt x="1292" y="2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2" name="Google Shape;13452;p34">
              <a:extLst>
                <a:ext uri="{FF2B5EF4-FFF2-40B4-BE49-F238E27FC236}">
                  <a16:creationId xmlns:a16="http://schemas.microsoft.com/office/drawing/2014/main" id="{577E979C-298D-DC10-11F7-AD5E590D04CB}"/>
                </a:ext>
              </a:extLst>
            </p:cNvPr>
            <p:cNvSpPr/>
            <p:nvPr/>
          </p:nvSpPr>
          <p:spPr>
            <a:xfrm rot="3331772" flipH="1">
              <a:off x="8154453" y="898451"/>
              <a:ext cx="211206" cy="201069"/>
            </a:xfrm>
            <a:custGeom>
              <a:avLst/>
              <a:gdLst/>
              <a:ahLst/>
              <a:cxnLst/>
              <a:rect l="l" t="t" r="r" b="b"/>
              <a:pathLst>
                <a:path w="3167" h="3015" extrusionOk="0">
                  <a:moveTo>
                    <a:pt x="2305" y="129"/>
                  </a:moveTo>
                  <a:cubicBezTo>
                    <a:pt x="2585" y="323"/>
                    <a:pt x="2779" y="603"/>
                    <a:pt x="2887" y="926"/>
                  </a:cubicBezTo>
                  <a:cubicBezTo>
                    <a:pt x="3166" y="1766"/>
                    <a:pt x="2693" y="2649"/>
                    <a:pt x="1874" y="2907"/>
                  </a:cubicBezTo>
                  <a:cubicBezTo>
                    <a:pt x="1551" y="3015"/>
                    <a:pt x="1185" y="3015"/>
                    <a:pt x="862" y="2907"/>
                  </a:cubicBezTo>
                  <a:cubicBezTo>
                    <a:pt x="582" y="2692"/>
                    <a:pt x="389" y="2412"/>
                    <a:pt x="281" y="2089"/>
                  </a:cubicBezTo>
                  <a:cubicBezTo>
                    <a:pt x="1" y="1249"/>
                    <a:pt x="475" y="366"/>
                    <a:pt x="1293" y="108"/>
                  </a:cubicBezTo>
                  <a:cubicBezTo>
                    <a:pt x="1616" y="0"/>
                    <a:pt x="1982" y="0"/>
                    <a:pt x="2305" y="12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3" name="Google Shape;13453;p34">
              <a:extLst>
                <a:ext uri="{FF2B5EF4-FFF2-40B4-BE49-F238E27FC236}">
                  <a16:creationId xmlns:a16="http://schemas.microsoft.com/office/drawing/2014/main" id="{A7BC3CE0-E84D-9BA7-6000-D7EED7E61201}"/>
                </a:ext>
              </a:extLst>
            </p:cNvPr>
            <p:cNvSpPr/>
            <p:nvPr/>
          </p:nvSpPr>
          <p:spPr>
            <a:xfrm rot="3331772" flipH="1">
              <a:off x="8172654" y="908033"/>
              <a:ext cx="194000" cy="189598"/>
            </a:xfrm>
            <a:custGeom>
              <a:avLst/>
              <a:gdLst/>
              <a:ahLst/>
              <a:cxnLst/>
              <a:rect l="l" t="t" r="r" b="b"/>
              <a:pathLst>
                <a:path w="2909" h="2843" extrusionOk="0">
                  <a:moveTo>
                    <a:pt x="712" y="2778"/>
                  </a:moveTo>
                  <a:cubicBezTo>
                    <a:pt x="496" y="2584"/>
                    <a:pt x="367" y="2347"/>
                    <a:pt x="281" y="2089"/>
                  </a:cubicBezTo>
                  <a:cubicBezTo>
                    <a:pt x="1" y="1249"/>
                    <a:pt x="475" y="366"/>
                    <a:pt x="1293" y="108"/>
                  </a:cubicBezTo>
                  <a:cubicBezTo>
                    <a:pt x="1594" y="22"/>
                    <a:pt x="1918" y="0"/>
                    <a:pt x="2219" y="86"/>
                  </a:cubicBezTo>
                  <a:cubicBezTo>
                    <a:pt x="2413" y="280"/>
                    <a:pt x="2564" y="517"/>
                    <a:pt x="2650" y="775"/>
                  </a:cubicBezTo>
                  <a:cubicBezTo>
                    <a:pt x="2908" y="1615"/>
                    <a:pt x="2456" y="2498"/>
                    <a:pt x="1616" y="2756"/>
                  </a:cubicBezTo>
                  <a:cubicBezTo>
                    <a:pt x="1315" y="2843"/>
                    <a:pt x="1013" y="2843"/>
                    <a:pt x="712" y="2756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4" name="Google Shape;13454;p34">
              <a:extLst>
                <a:ext uri="{FF2B5EF4-FFF2-40B4-BE49-F238E27FC236}">
                  <a16:creationId xmlns:a16="http://schemas.microsoft.com/office/drawing/2014/main" id="{56BAF389-5148-44DE-ED97-2FDD965BF6BF}"/>
                </a:ext>
              </a:extLst>
            </p:cNvPr>
            <p:cNvSpPr/>
            <p:nvPr/>
          </p:nvSpPr>
          <p:spPr>
            <a:xfrm rot="3331772" flipH="1">
              <a:off x="7807881" y="746340"/>
              <a:ext cx="165257" cy="169525"/>
            </a:xfrm>
            <a:custGeom>
              <a:avLst/>
              <a:gdLst/>
              <a:ahLst/>
              <a:cxnLst/>
              <a:rect l="l" t="t" r="r" b="b"/>
              <a:pathLst>
                <a:path w="2478" h="2542" extrusionOk="0">
                  <a:moveTo>
                    <a:pt x="2305" y="948"/>
                  </a:moveTo>
                  <a:cubicBezTo>
                    <a:pt x="2003" y="87"/>
                    <a:pt x="819" y="1"/>
                    <a:pt x="410" y="819"/>
                  </a:cubicBezTo>
                  <a:cubicBezTo>
                    <a:pt x="1" y="1638"/>
                    <a:pt x="776" y="2542"/>
                    <a:pt x="1659" y="2241"/>
                  </a:cubicBezTo>
                  <a:cubicBezTo>
                    <a:pt x="2197" y="2068"/>
                    <a:pt x="2477" y="1487"/>
                    <a:pt x="2305" y="94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5" name="Google Shape;13455;p34">
              <a:extLst>
                <a:ext uri="{FF2B5EF4-FFF2-40B4-BE49-F238E27FC236}">
                  <a16:creationId xmlns:a16="http://schemas.microsoft.com/office/drawing/2014/main" id="{9945D4A1-08A7-BC61-D023-82A09C90CE98}"/>
                </a:ext>
              </a:extLst>
            </p:cNvPr>
            <p:cNvSpPr/>
            <p:nvPr/>
          </p:nvSpPr>
          <p:spPr>
            <a:xfrm rot="3331772" flipH="1">
              <a:off x="7824901" y="752845"/>
              <a:ext cx="165190" cy="168057"/>
            </a:xfrm>
            <a:custGeom>
              <a:avLst/>
              <a:gdLst/>
              <a:ahLst/>
              <a:cxnLst/>
              <a:rect l="l" t="t" r="r" b="b"/>
              <a:pathLst>
                <a:path w="2477" h="2520" extrusionOk="0">
                  <a:moveTo>
                    <a:pt x="2305" y="948"/>
                  </a:moveTo>
                  <a:cubicBezTo>
                    <a:pt x="2003" y="86"/>
                    <a:pt x="819" y="0"/>
                    <a:pt x="410" y="797"/>
                  </a:cubicBezTo>
                  <a:cubicBezTo>
                    <a:pt x="0" y="1615"/>
                    <a:pt x="776" y="2520"/>
                    <a:pt x="1659" y="2240"/>
                  </a:cubicBezTo>
                  <a:cubicBezTo>
                    <a:pt x="2175" y="2068"/>
                    <a:pt x="2477" y="1486"/>
                    <a:pt x="2305" y="94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13416;p34">
            <a:extLst>
              <a:ext uri="{FF2B5EF4-FFF2-40B4-BE49-F238E27FC236}">
                <a16:creationId xmlns:a16="http://schemas.microsoft.com/office/drawing/2014/main" id="{B049EC3D-7BF6-30AF-0BDB-5D77942834F9}"/>
              </a:ext>
            </a:extLst>
          </p:cNvPr>
          <p:cNvSpPr txBox="1">
            <a:spLocks/>
          </p:cNvSpPr>
          <p:nvPr/>
        </p:nvSpPr>
        <p:spPr>
          <a:xfrm>
            <a:off x="2606135" y="3026156"/>
            <a:ext cx="3919354" cy="1112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DM Sans"/>
              <a:buAutoNum type="arabi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Velocity</a:t>
            </a:r>
          </a:p>
          <a:p>
            <a:pPr marL="139700" indent="0">
              <a:buNone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angular.z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k_angular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heading_error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continuously steers toward the goal. </a:t>
            </a:r>
          </a:p>
          <a:p>
            <a:pPr marL="1397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velocity is limited for stability</a:t>
            </a:r>
          </a:p>
        </p:txBody>
      </p:sp>
      <p:sp>
        <p:nvSpPr>
          <p:cNvPr id="5" name="Google Shape;13416;p34">
            <a:extLst>
              <a:ext uri="{FF2B5EF4-FFF2-40B4-BE49-F238E27FC236}">
                <a16:creationId xmlns:a16="http://schemas.microsoft.com/office/drawing/2014/main" id="{1F8B318A-ADE6-569E-5998-1F09DCA9651C}"/>
              </a:ext>
            </a:extLst>
          </p:cNvPr>
          <p:cNvSpPr txBox="1">
            <a:spLocks/>
          </p:cNvSpPr>
          <p:nvPr/>
        </p:nvSpPr>
        <p:spPr>
          <a:xfrm>
            <a:off x="4790886" y="1169161"/>
            <a:ext cx="4307152" cy="1112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DM Sans"/>
              <a:buAutoNum type="arabi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 algn="ctr">
              <a:buNone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Orientation</a:t>
            </a:r>
          </a:p>
          <a:p>
            <a:pPr marL="1397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reaching the target position,</a:t>
            </a:r>
          </a:p>
          <a:p>
            <a:pPr marL="139700" indent="0">
              <a:buNone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angular.z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k_angular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orientation_error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 the heading error is within the specified tolerance.</a:t>
            </a:r>
          </a:p>
        </p:txBody>
      </p:sp>
    </p:spTree>
    <p:extLst>
      <p:ext uri="{BB962C8B-B14F-4D97-AF65-F5344CB8AC3E}">
        <p14:creationId xmlns:p14="http://schemas.microsoft.com/office/powerpoint/2010/main" val="985422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14">
          <a:extLst>
            <a:ext uri="{FF2B5EF4-FFF2-40B4-BE49-F238E27FC236}">
              <a16:creationId xmlns:a16="http://schemas.microsoft.com/office/drawing/2014/main" id="{B9EE50CF-3041-985D-DEDD-F4A97919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5" name="Google Shape;13415;p34">
            <a:extLst>
              <a:ext uri="{FF2B5EF4-FFF2-40B4-BE49-F238E27FC236}">
                <a16:creationId xmlns:a16="http://schemas.microsoft.com/office/drawing/2014/main" id="{ACBE32F7-2BAC-5347-9F25-4AEDD707E3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649" y="45752"/>
            <a:ext cx="4981800" cy="10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dirty="0"/>
              <a:t>Assumptions and Limitations</a:t>
            </a:r>
            <a:endParaRPr dirty="0"/>
          </a:p>
        </p:txBody>
      </p:sp>
      <p:sp>
        <p:nvSpPr>
          <p:cNvPr id="13416" name="Google Shape;13416;p34">
            <a:extLst>
              <a:ext uri="{FF2B5EF4-FFF2-40B4-BE49-F238E27FC236}">
                <a16:creationId xmlns:a16="http://schemas.microsoft.com/office/drawing/2014/main" id="{4843F8B6-D9F4-EABE-C461-47EAE17EE9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0552" y="1523400"/>
            <a:ext cx="3496875" cy="20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</a:t>
            </a:r>
          </a:p>
          <a:p>
            <a:pPr marL="1397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odometry measurements </a:t>
            </a:r>
          </a:p>
          <a:p>
            <a:pPr marL="1397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 indoor environment </a:t>
            </a:r>
          </a:p>
          <a:p>
            <a:pPr marL="1397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moving obstacles </a:t>
            </a:r>
          </a:p>
          <a:p>
            <a:pPr marL="1397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starts with a valid pose estimate </a:t>
            </a:r>
          </a:p>
          <a:p>
            <a:pPr marL="1397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reachable </a:t>
            </a:r>
          </a:p>
        </p:txBody>
      </p:sp>
      <p:grpSp>
        <p:nvGrpSpPr>
          <p:cNvPr id="13418" name="Google Shape;13418;p34">
            <a:extLst>
              <a:ext uri="{FF2B5EF4-FFF2-40B4-BE49-F238E27FC236}">
                <a16:creationId xmlns:a16="http://schemas.microsoft.com/office/drawing/2014/main" id="{26AE9C2B-AFF7-DC08-81A0-BDB5075C8328}"/>
              </a:ext>
            </a:extLst>
          </p:cNvPr>
          <p:cNvGrpSpPr/>
          <p:nvPr/>
        </p:nvGrpSpPr>
        <p:grpSpPr>
          <a:xfrm>
            <a:off x="4265255" y="4521513"/>
            <a:ext cx="300558" cy="283271"/>
            <a:chOff x="4265255" y="4521513"/>
            <a:chExt cx="300558" cy="283271"/>
          </a:xfrm>
        </p:grpSpPr>
        <p:sp>
          <p:nvSpPr>
            <p:cNvPr id="13419" name="Google Shape;13419;p34">
              <a:extLst>
                <a:ext uri="{FF2B5EF4-FFF2-40B4-BE49-F238E27FC236}">
                  <a16:creationId xmlns:a16="http://schemas.microsoft.com/office/drawing/2014/main" id="{D55D4B50-E9AB-4F90-88D2-9324D6B3384E}"/>
                </a:ext>
              </a:extLst>
            </p:cNvPr>
            <p:cNvSpPr/>
            <p:nvPr/>
          </p:nvSpPr>
          <p:spPr>
            <a:xfrm>
              <a:off x="4265255" y="4521513"/>
              <a:ext cx="300557" cy="283271"/>
            </a:xfrm>
            <a:custGeom>
              <a:avLst/>
              <a:gdLst/>
              <a:ahLst/>
              <a:cxnLst/>
              <a:rect l="l" t="t" r="r" b="b"/>
              <a:pathLst>
                <a:path w="2921" h="2753" extrusionOk="0">
                  <a:moveTo>
                    <a:pt x="450" y="1910"/>
                  </a:moveTo>
                  <a:cubicBezTo>
                    <a:pt x="0" y="955"/>
                    <a:pt x="955" y="1"/>
                    <a:pt x="1910" y="338"/>
                  </a:cubicBezTo>
                  <a:cubicBezTo>
                    <a:pt x="2921" y="731"/>
                    <a:pt x="2921" y="2079"/>
                    <a:pt x="1966" y="2528"/>
                  </a:cubicBezTo>
                  <a:cubicBezTo>
                    <a:pt x="1404" y="2753"/>
                    <a:pt x="730" y="2528"/>
                    <a:pt x="450" y="19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0" name="Google Shape;13420;p34">
              <a:extLst>
                <a:ext uri="{FF2B5EF4-FFF2-40B4-BE49-F238E27FC236}">
                  <a16:creationId xmlns:a16="http://schemas.microsoft.com/office/drawing/2014/main" id="{DC107073-CC3F-53BA-5B3E-397CB9A69E79}"/>
                </a:ext>
              </a:extLst>
            </p:cNvPr>
            <p:cNvSpPr/>
            <p:nvPr/>
          </p:nvSpPr>
          <p:spPr>
            <a:xfrm>
              <a:off x="4322980" y="4544665"/>
              <a:ext cx="242833" cy="225444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573"/>
                  </a:moveTo>
                  <a:cubicBezTo>
                    <a:pt x="1" y="1124"/>
                    <a:pt x="226" y="618"/>
                    <a:pt x="619" y="450"/>
                  </a:cubicBezTo>
                  <a:cubicBezTo>
                    <a:pt x="1630" y="0"/>
                    <a:pt x="2360" y="1517"/>
                    <a:pt x="1349" y="2022"/>
                  </a:cubicBezTo>
                  <a:cubicBezTo>
                    <a:pt x="900" y="2191"/>
                    <a:pt x="394" y="2022"/>
                    <a:pt x="169" y="15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1" name="Google Shape;13421;p34">
              <a:extLst>
                <a:ext uri="{FF2B5EF4-FFF2-40B4-BE49-F238E27FC236}">
                  <a16:creationId xmlns:a16="http://schemas.microsoft.com/office/drawing/2014/main" id="{686CAC89-CDD7-C04F-FB4C-1DBB12343CDF}"/>
                </a:ext>
              </a:extLst>
            </p:cNvPr>
            <p:cNvSpPr/>
            <p:nvPr/>
          </p:nvSpPr>
          <p:spPr>
            <a:xfrm>
              <a:off x="4328845" y="4590865"/>
              <a:ext cx="167616" cy="179243"/>
            </a:xfrm>
            <a:custGeom>
              <a:avLst/>
              <a:gdLst/>
              <a:ahLst/>
              <a:cxnLst/>
              <a:rect l="l" t="t" r="r" b="b"/>
              <a:pathLst>
                <a:path w="1629" h="1742" extrusionOk="0">
                  <a:moveTo>
                    <a:pt x="112" y="1124"/>
                  </a:moveTo>
                  <a:cubicBezTo>
                    <a:pt x="0" y="843"/>
                    <a:pt x="56" y="562"/>
                    <a:pt x="225" y="281"/>
                  </a:cubicBezTo>
                  <a:cubicBezTo>
                    <a:pt x="281" y="225"/>
                    <a:pt x="337" y="169"/>
                    <a:pt x="449" y="169"/>
                  </a:cubicBezTo>
                  <a:cubicBezTo>
                    <a:pt x="843" y="1"/>
                    <a:pt x="1348" y="169"/>
                    <a:pt x="1517" y="562"/>
                  </a:cubicBezTo>
                  <a:cubicBezTo>
                    <a:pt x="1629" y="843"/>
                    <a:pt x="1629" y="1124"/>
                    <a:pt x="1460" y="1405"/>
                  </a:cubicBezTo>
                  <a:cubicBezTo>
                    <a:pt x="1404" y="1461"/>
                    <a:pt x="1292" y="1517"/>
                    <a:pt x="1236" y="1573"/>
                  </a:cubicBezTo>
                  <a:cubicBezTo>
                    <a:pt x="786" y="1742"/>
                    <a:pt x="337" y="1517"/>
                    <a:pt x="112" y="11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2" name="Google Shape;13422;p34">
              <a:extLst>
                <a:ext uri="{FF2B5EF4-FFF2-40B4-BE49-F238E27FC236}">
                  <a16:creationId xmlns:a16="http://schemas.microsoft.com/office/drawing/2014/main" id="{F4958976-109B-9688-20C9-C7C7D32BBA55}"/>
                </a:ext>
              </a:extLst>
            </p:cNvPr>
            <p:cNvSpPr/>
            <p:nvPr/>
          </p:nvSpPr>
          <p:spPr>
            <a:xfrm>
              <a:off x="4357656" y="4619779"/>
              <a:ext cx="115757" cy="109892"/>
            </a:xfrm>
            <a:custGeom>
              <a:avLst/>
              <a:gdLst/>
              <a:ahLst/>
              <a:cxnLst/>
              <a:rect l="l" t="t" r="r" b="b"/>
              <a:pathLst>
                <a:path w="1125" h="1068" extrusionOk="0">
                  <a:moveTo>
                    <a:pt x="563" y="1068"/>
                  </a:moveTo>
                  <a:cubicBezTo>
                    <a:pt x="226" y="1011"/>
                    <a:pt x="1" y="674"/>
                    <a:pt x="57" y="337"/>
                  </a:cubicBezTo>
                  <a:cubicBezTo>
                    <a:pt x="57" y="225"/>
                    <a:pt x="113" y="113"/>
                    <a:pt x="226" y="0"/>
                  </a:cubicBezTo>
                  <a:cubicBezTo>
                    <a:pt x="169" y="57"/>
                    <a:pt x="169" y="169"/>
                    <a:pt x="113" y="225"/>
                  </a:cubicBezTo>
                  <a:cubicBezTo>
                    <a:pt x="57" y="562"/>
                    <a:pt x="282" y="899"/>
                    <a:pt x="675" y="955"/>
                  </a:cubicBezTo>
                  <a:cubicBezTo>
                    <a:pt x="843" y="955"/>
                    <a:pt x="1012" y="899"/>
                    <a:pt x="1124" y="787"/>
                  </a:cubicBezTo>
                  <a:cubicBezTo>
                    <a:pt x="1012" y="955"/>
                    <a:pt x="787" y="1068"/>
                    <a:pt x="563" y="1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23" name="Google Shape;13423;p34">
            <a:extLst>
              <a:ext uri="{FF2B5EF4-FFF2-40B4-BE49-F238E27FC236}">
                <a16:creationId xmlns:a16="http://schemas.microsoft.com/office/drawing/2014/main" id="{ECA8FFCD-538B-AFD3-160F-E97E0B2F2050}"/>
              </a:ext>
            </a:extLst>
          </p:cNvPr>
          <p:cNvGrpSpPr/>
          <p:nvPr/>
        </p:nvGrpSpPr>
        <p:grpSpPr>
          <a:xfrm>
            <a:off x="5177919" y="4475313"/>
            <a:ext cx="156092" cy="306422"/>
            <a:chOff x="474406" y="2974600"/>
            <a:chExt cx="106759" cy="209577"/>
          </a:xfrm>
        </p:grpSpPr>
        <p:sp>
          <p:nvSpPr>
            <p:cNvPr id="13424" name="Google Shape;13424;p34">
              <a:extLst>
                <a:ext uri="{FF2B5EF4-FFF2-40B4-BE49-F238E27FC236}">
                  <a16:creationId xmlns:a16="http://schemas.microsoft.com/office/drawing/2014/main" id="{678703AE-4673-0695-02F0-18F4439E7528}"/>
                </a:ext>
              </a:extLst>
            </p:cNvPr>
            <p:cNvSpPr/>
            <p:nvPr/>
          </p:nvSpPr>
          <p:spPr>
            <a:xfrm>
              <a:off x="474406" y="2974600"/>
              <a:ext cx="106759" cy="209577"/>
            </a:xfrm>
            <a:custGeom>
              <a:avLst/>
              <a:gdLst/>
              <a:ahLst/>
              <a:cxnLst/>
              <a:rect l="l" t="t" r="r" b="b"/>
              <a:pathLst>
                <a:path w="1517" h="2978" extrusionOk="0">
                  <a:moveTo>
                    <a:pt x="1517" y="2977"/>
                  </a:moveTo>
                  <a:lnTo>
                    <a:pt x="0" y="2977"/>
                  </a:lnTo>
                  <a:lnTo>
                    <a:pt x="0" y="731"/>
                  </a:lnTo>
                  <a:cubicBezTo>
                    <a:pt x="0" y="0"/>
                    <a:pt x="1517" y="0"/>
                    <a:pt x="1517" y="7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5" name="Google Shape;13425;p34">
              <a:extLst>
                <a:ext uri="{FF2B5EF4-FFF2-40B4-BE49-F238E27FC236}">
                  <a16:creationId xmlns:a16="http://schemas.microsoft.com/office/drawing/2014/main" id="{DAF105D8-7A71-E4D5-2904-F8509501B93F}"/>
                </a:ext>
              </a:extLst>
            </p:cNvPr>
            <p:cNvSpPr/>
            <p:nvPr/>
          </p:nvSpPr>
          <p:spPr>
            <a:xfrm>
              <a:off x="474406" y="2982482"/>
              <a:ext cx="98877" cy="201695"/>
            </a:xfrm>
            <a:custGeom>
              <a:avLst/>
              <a:gdLst/>
              <a:ahLst/>
              <a:cxnLst/>
              <a:rect l="l" t="t" r="r" b="b"/>
              <a:pathLst>
                <a:path w="1405" h="2866" extrusionOk="0">
                  <a:moveTo>
                    <a:pt x="1405" y="2865"/>
                  </a:moveTo>
                  <a:lnTo>
                    <a:pt x="0" y="2865"/>
                  </a:lnTo>
                  <a:lnTo>
                    <a:pt x="0" y="619"/>
                  </a:lnTo>
                  <a:cubicBezTo>
                    <a:pt x="0" y="506"/>
                    <a:pt x="57" y="338"/>
                    <a:pt x="169" y="282"/>
                  </a:cubicBezTo>
                  <a:cubicBezTo>
                    <a:pt x="618" y="1"/>
                    <a:pt x="1405" y="169"/>
                    <a:pt x="1405" y="675"/>
                  </a:cubicBezTo>
                  <a:lnTo>
                    <a:pt x="1405" y="2865"/>
                  </a:lnTo>
                  <a:close/>
                </a:path>
              </a:pathLst>
            </a:custGeom>
            <a:solidFill>
              <a:srgbClr val="7A7A7A">
                <a:alpha val="60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6" name="Google Shape;13426;p34">
              <a:extLst>
                <a:ext uri="{FF2B5EF4-FFF2-40B4-BE49-F238E27FC236}">
                  <a16:creationId xmlns:a16="http://schemas.microsoft.com/office/drawing/2014/main" id="{594545FF-435C-8631-0DA9-7471CB5120C7}"/>
                </a:ext>
              </a:extLst>
            </p:cNvPr>
            <p:cNvSpPr/>
            <p:nvPr/>
          </p:nvSpPr>
          <p:spPr>
            <a:xfrm>
              <a:off x="482288" y="3014151"/>
              <a:ext cx="83113" cy="98877"/>
            </a:xfrm>
            <a:custGeom>
              <a:avLst/>
              <a:gdLst/>
              <a:ahLst/>
              <a:cxnLst/>
              <a:rect l="l" t="t" r="r" b="b"/>
              <a:pathLst>
                <a:path w="1181" h="1405" extrusionOk="0">
                  <a:moveTo>
                    <a:pt x="1068" y="618"/>
                  </a:moveTo>
                  <a:cubicBezTo>
                    <a:pt x="1180" y="1404"/>
                    <a:pt x="1" y="1404"/>
                    <a:pt x="57" y="618"/>
                  </a:cubicBezTo>
                  <a:cubicBezTo>
                    <a:pt x="169" y="0"/>
                    <a:pt x="1012" y="0"/>
                    <a:pt x="1068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7" name="Google Shape;13427;p34">
              <a:extLst>
                <a:ext uri="{FF2B5EF4-FFF2-40B4-BE49-F238E27FC236}">
                  <a16:creationId xmlns:a16="http://schemas.microsoft.com/office/drawing/2014/main" id="{E6C078EB-951F-B2EE-6836-047A28B81304}"/>
                </a:ext>
              </a:extLst>
            </p:cNvPr>
            <p:cNvSpPr/>
            <p:nvPr/>
          </p:nvSpPr>
          <p:spPr>
            <a:xfrm>
              <a:off x="482288" y="3029915"/>
              <a:ext cx="79172" cy="59397"/>
            </a:xfrm>
            <a:custGeom>
              <a:avLst/>
              <a:gdLst/>
              <a:ahLst/>
              <a:cxnLst/>
              <a:rect l="l" t="t" r="r" b="b"/>
              <a:pathLst>
                <a:path w="1125" h="844" extrusionOk="0">
                  <a:moveTo>
                    <a:pt x="225" y="57"/>
                  </a:moveTo>
                  <a:cubicBezTo>
                    <a:pt x="338" y="1"/>
                    <a:pt x="394" y="1"/>
                    <a:pt x="506" y="1"/>
                  </a:cubicBezTo>
                  <a:cubicBezTo>
                    <a:pt x="899" y="1"/>
                    <a:pt x="1124" y="450"/>
                    <a:pt x="956" y="787"/>
                  </a:cubicBezTo>
                  <a:cubicBezTo>
                    <a:pt x="843" y="843"/>
                    <a:pt x="787" y="843"/>
                    <a:pt x="675" y="843"/>
                  </a:cubicBezTo>
                  <a:cubicBezTo>
                    <a:pt x="282" y="843"/>
                    <a:pt x="1" y="394"/>
                    <a:pt x="225" y="57"/>
                  </a:cubicBezTo>
                  <a:close/>
                </a:path>
              </a:pathLst>
            </a:custGeom>
            <a:solidFill>
              <a:srgbClr val="7A7A7A">
                <a:alpha val="60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28" name="Google Shape;13428;p34">
            <a:extLst>
              <a:ext uri="{FF2B5EF4-FFF2-40B4-BE49-F238E27FC236}">
                <a16:creationId xmlns:a16="http://schemas.microsoft.com/office/drawing/2014/main" id="{3290B14A-0BD8-09E2-F6DE-C6C268F6D53D}"/>
              </a:ext>
            </a:extLst>
          </p:cNvPr>
          <p:cNvGrpSpPr/>
          <p:nvPr/>
        </p:nvGrpSpPr>
        <p:grpSpPr>
          <a:xfrm rot="-2381116">
            <a:off x="7248070" y="-473688"/>
            <a:ext cx="2580355" cy="2405984"/>
            <a:chOff x="7264558" y="158760"/>
            <a:chExt cx="2580234" cy="2405871"/>
          </a:xfrm>
        </p:grpSpPr>
        <p:sp>
          <p:nvSpPr>
            <p:cNvPr id="13429" name="Google Shape;13429;p34">
              <a:extLst>
                <a:ext uri="{FF2B5EF4-FFF2-40B4-BE49-F238E27FC236}">
                  <a16:creationId xmlns:a16="http://schemas.microsoft.com/office/drawing/2014/main" id="{8ED84083-5257-E6CB-BE7D-E92737FD62ED}"/>
                </a:ext>
              </a:extLst>
            </p:cNvPr>
            <p:cNvSpPr/>
            <p:nvPr/>
          </p:nvSpPr>
          <p:spPr>
            <a:xfrm rot="923072" flipH="1">
              <a:off x="8757029" y="1390196"/>
              <a:ext cx="963666" cy="1065701"/>
            </a:xfrm>
            <a:custGeom>
              <a:avLst/>
              <a:gdLst/>
              <a:ahLst/>
              <a:cxnLst/>
              <a:rect l="l" t="t" r="r" b="b"/>
              <a:pathLst>
                <a:path w="14450" h="15980" extrusionOk="0">
                  <a:moveTo>
                    <a:pt x="14450" y="4114"/>
                  </a:moveTo>
                  <a:lnTo>
                    <a:pt x="9238" y="1"/>
                  </a:lnTo>
                  <a:lnTo>
                    <a:pt x="0" y="11888"/>
                  </a:lnTo>
                  <a:lnTo>
                    <a:pt x="5190" y="159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0" name="Google Shape;13430;p34">
              <a:extLst>
                <a:ext uri="{FF2B5EF4-FFF2-40B4-BE49-F238E27FC236}">
                  <a16:creationId xmlns:a16="http://schemas.microsoft.com/office/drawing/2014/main" id="{BAA7D283-030F-1567-D484-C518194FFB94}"/>
                </a:ext>
              </a:extLst>
            </p:cNvPr>
            <p:cNvSpPr/>
            <p:nvPr/>
          </p:nvSpPr>
          <p:spPr>
            <a:xfrm rot="923072" flipH="1">
              <a:off x="8758525" y="1432433"/>
              <a:ext cx="906246" cy="1016884"/>
            </a:xfrm>
            <a:custGeom>
              <a:avLst/>
              <a:gdLst/>
              <a:ahLst/>
              <a:cxnLst/>
              <a:rect l="l" t="t" r="r" b="b"/>
              <a:pathLst>
                <a:path w="13589" h="15248" extrusionOk="0">
                  <a:moveTo>
                    <a:pt x="1" y="11759"/>
                  </a:moveTo>
                  <a:lnTo>
                    <a:pt x="4437" y="15247"/>
                  </a:lnTo>
                  <a:lnTo>
                    <a:pt x="13589" y="3511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1" name="Google Shape;13431;p34">
              <a:extLst>
                <a:ext uri="{FF2B5EF4-FFF2-40B4-BE49-F238E27FC236}">
                  <a16:creationId xmlns:a16="http://schemas.microsoft.com/office/drawing/2014/main" id="{6F3C9255-CD21-4750-276C-D75DC4B34F43}"/>
                </a:ext>
              </a:extLst>
            </p:cNvPr>
            <p:cNvSpPr/>
            <p:nvPr/>
          </p:nvSpPr>
          <p:spPr>
            <a:xfrm rot="923072" flipH="1">
              <a:off x="8811828" y="1439434"/>
              <a:ext cx="855962" cy="976670"/>
            </a:xfrm>
            <a:custGeom>
              <a:avLst/>
              <a:gdLst/>
              <a:ahLst/>
              <a:cxnLst/>
              <a:rect l="l" t="t" r="r" b="b"/>
              <a:pathLst>
                <a:path w="12835" h="14645" extrusionOk="0">
                  <a:moveTo>
                    <a:pt x="12835" y="2930"/>
                  </a:moveTo>
                  <a:lnTo>
                    <a:pt x="9131" y="1"/>
                  </a:lnTo>
                  <a:lnTo>
                    <a:pt x="0" y="11716"/>
                  </a:lnTo>
                  <a:lnTo>
                    <a:pt x="3726" y="1464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2" name="Google Shape;13432;p34">
              <a:extLst>
                <a:ext uri="{FF2B5EF4-FFF2-40B4-BE49-F238E27FC236}">
                  <a16:creationId xmlns:a16="http://schemas.microsoft.com/office/drawing/2014/main" id="{A262A0DB-FE79-F96F-C444-334D9DD087EC}"/>
                </a:ext>
              </a:extLst>
            </p:cNvPr>
            <p:cNvSpPr/>
            <p:nvPr/>
          </p:nvSpPr>
          <p:spPr>
            <a:xfrm rot="3331772" flipH="1">
              <a:off x="8263789" y="876268"/>
              <a:ext cx="818680" cy="652023"/>
            </a:xfrm>
            <a:custGeom>
              <a:avLst/>
              <a:gdLst/>
              <a:ahLst/>
              <a:cxnLst/>
              <a:rect l="l" t="t" r="r" b="b"/>
              <a:pathLst>
                <a:path w="12276" h="9777" extrusionOk="0">
                  <a:moveTo>
                    <a:pt x="9820" y="9777"/>
                  </a:moveTo>
                  <a:lnTo>
                    <a:pt x="12275" y="5362"/>
                  </a:lnTo>
                  <a:lnTo>
                    <a:pt x="2456" y="0"/>
                  </a:lnTo>
                  <a:lnTo>
                    <a:pt x="1" y="44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3" name="Google Shape;13433;p34">
              <a:extLst>
                <a:ext uri="{FF2B5EF4-FFF2-40B4-BE49-F238E27FC236}">
                  <a16:creationId xmlns:a16="http://schemas.microsoft.com/office/drawing/2014/main" id="{6FD538D1-57E3-32CB-8E9A-70BAD4CCF7F6}"/>
                </a:ext>
              </a:extLst>
            </p:cNvPr>
            <p:cNvSpPr/>
            <p:nvPr/>
          </p:nvSpPr>
          <p:spPr>
            <a:xfrm rot="3331772" flipH="1">
              <a:off x="8215349" y="830790"/>
              <a:ext cx="789870" cy="613276"/>
            </a:xfrm>
            <a:custGeom>
              <a:avLst/>
              <a:gdLst/>
              <a:ahLst/>
              <a:cxnLst/>
              <a:rect l="l" t="t" r="r" b="b"/>
              <a:pathLst>
                <a:path w="11844" h="9196" extrusionOk="0">
                  <a:moveTo>
                    <a:pt x="11844" y="5534"/>
                  </a:moveTo>
                  <a:lnTo>
                    <a:pt x="2132" y="0"/>
                  </a:lnTo>
                  <a:lnTo>
                    <a:pt x="0" y="3661"/>
                  </a:lnTo>
                  <a:lnTo>
                    <a:pt x="9712" y="9195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4" name="Google Shape;13434;p34">
              <a:extLst>
                <a:ext uri="{FF2B5EF4-FFF2-40B4-BE49-F238E27FC236}">
                  <a16:creationId xmlns:a16="http://schemas.microsoft.com/office/drawing/2014/main" id="{9A9D2846-9081-D4E8-6C72-9C9018853058}"/>
                </a:ext>
              </a:extLst>
            </p:cNvPr>
            <p:cNvSpPr/>
            <p:nvPr/>
          </p:nvSpPr>
          <p:spPr>
            <a:xfrm rot="3331772" flipH="1">
              <a:off x="7454277" y="326969"/>
              <a:ext cx="647755" cy="455289"/>
            </a:xfrm>
            <a:custGeom>
              <a:avLst/>
              <a:gdLst/>
              <a:ahLst/>
              <a:cxnLst/>
              <a:rect l="l" t="t" r="r" b="b"/>
              <a:pathLst>
                <a:path w="9713" h="6827" extrusionOk="0">
                  <a:moveTo>
                    <a:pt x="0" y="4005"/>
                  </a:moveTo>
                  <a:lnTo>
                    <a:pt x="2369" y="0"/>
                  </a:lnTo>
                  <a:lnTo>
                    <a:pt x="7408" y="3532"/>
                  </a:lnTo>
                  <a:lnTo>
                    <a:pt x="9712" y="6374"/>
                  </a:lnTo>
                  <a:lnTo>
                    <a:pt x="9002" y="6826"/>
                  </a:lnTo>
                  <a:lnTo>
                    <a:pt x="6698" y="4005"/>
                  </a:lnTo>
                  <a:lnTo>
                    <a:pt x="3381" y="2046"/>
                  </a:lnTo>
                  <a:lnTo>
                    <a:pt x="1788" y="478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5" name="Google Shape;13435;p34">
              <a:extLst>
                <a:ext uri="{FF2B5EF4-FFF2-40B4-BE49-F238E27FC236}">
                  <a16:creationId xmlns:a16="http://schemas.microsoft.com/office/drawing/2014/main" id="{44817237-6EEB-9193-1014-2E1363B28AF1}"/>
                </a:ext>
              </a:extLst>
            </p:cNvPr>
            <p:cNvSpPr/>
            <p:nvPr/>
          </p:nvSpPr>
          <p:spPr>
            <a:xfrm rot="3331772" flipH="1">
              <a:off x="7331536" y="611852"/>
              <a:ext cx="619012" cy="488367"/>
            </a:xfrm>
            <a:custGeom>
              <a:avLst/>
              <a:gdLst/>
              <a:ahLst/>
              <a:cxnLst/>
              <a:rect l="l" t="t" r="r" b="b"/>
              <a:pathLst>
                <a:path w="9282" h="7323" extrusionOk="0">
                  <a:moveTo>
                    <a:pt x="2347" y="0"/>
                  </a:moveTo>
                  <a:lnTo>
                    <a:pt x="0" y="4006"/>
                  </a:lnTo>
                  <a:lnTo>
                    <a:pt x="5556" y="6698"/>
                  </a:lnTo>
                  <a:lnTo>
                    <a:pt x="9152" y="7322"/>
                  </a:lnTo>
                  <a:lnTo>
                    <a:pt x="9281" y="6396"/>
                  </a:lnTo>
                  <a:lnTo>
                    <a:pt x="5621" y="5858"/>
                  </a:lnTo>
                  <a:lnTo>
                    <a:pt x="2304" y="3898"/>
                  </a:lnTo>
                  <a:lnTo>
                    <a:pt x="3898" y="11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6" name="Google Shape;13436;p34">
              <a:extLst>
                <a:ext uri="{FF2B5EF4-FFF2-40B4-BE49-F238E27FC236}">
                  <a16:creationId xmlns:a16="http://schemas.microsoft.com/office/drawing/2014/main" id="{6C65E8D3-AEC8-8A66-0B91-4C8BD160F0BE}"/>
                </a:ext>
              </a:extLst>
            </p:cNvPr>
            <p:cNvSpPr/>
            <p:nvPr/>
          </p:nvSpPr>
          <p:spPr>
            <a:xfrm rot="3331772" flipH="1">
              <a:off x="7460178" y="331564"/>
              <a:ext cx="623346" cy="425145"/>
            </a:xfrm>
            <a:custGeom>
              <a:avLst/>
              <a:gdLst/>
              <a:ahLst/>
              <a:cxnLst/>
              <a:rect l="l" t="t" r="r" b="b"/>
              <a:pathLst>
                <a:path w="9347" h="6375" extrusionOk="0">
                  <a:moveTo>
                    <a:pt x="2305" y="0"/>
                  </a:moveTo>
                  <a:lnTo>
                    <a:pt x="7042" y="3317"/>
                  </a:lnTo>
                  <a:lnTo>
                    <a:pt x="9346" y="6159"/>
                  </a:lnTo>
                  <a:lnTo>
                    <a:pt x="9002" y="6375"/>
                  </a:lnTo>
                  <a:lnTo>
                    <a:pt x="6676" y="3963"/>
                  </a:lnTo>
                  <a:lnTo>
                    <a:pt x="3360" y="2025"/>
                  </a:lnTo>
                  <a:lnTo>
                    <a:pt x="3338" y="2025"/>
                  </a:lnTo>
                  <a:lnTo>
                    <a:pt x="3015" y="1831"/>
                  </a:lnTo>
                  <a:lnTo>
                    <a:pt x="1422" y="4566"/>
                  </a:lnTo>
                  <a:lnTo>
                    <a:pt x="1" y="394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7" name="Google Shape;13437;p34">
              <a:extLst>
                <a:ext uri="{FF2B5EF4-FFF2-40B4-BE49-F238E27FC236}">
                  <a16:creationId xmlns:a16="http://schemas.microsoft.com/office/drawing/2014/main" id="{DE9C2BCB-50F6-932E-599E-E3D7F81BEB9F}"/>
                </a:ext>
              </a:extLst>
            </p:cNvPr>
            <p:cNvSpPr/>
            <p:nvPr/>
          </p:nvSpPr>
          <p:spPr>
            <a:xfrm rot="3331772" flipH="1">
              <a:off x="7335639" y="617739"/>
              <a:ext cx="588868" cy="472562"/>
            </a:xfrm>
            <a:custGeom>
              <a:avLst/>
              <a:gdLst/>
              <a:ahLst/>
              <a:cxnLst/>
              <a:rect l="l" t="t" r="r" b="b"/>
              <a:pathLst>
                <a:path w="8830" h="7086" extrusionOk="0">
                  <a:moveTo>
                    <a:pt x="1" y="3941"/>
                  </a:moveTo>
                  <a:lnTo>
                    <a:pt x="5212" y="6461"/>
                  </a:lnTo>
                  <a:lnTo>
                    <a:pt x="8808" y="7085"/>
                  </a:lnTo>
                  <a:lnTo>
                    <a:pt x="8830" y="6676"/>
                  </a:lnTo>
                  <a:lnTo>
                    <a:pt x="5600" y="5793"/>
                  </a:lnTo>
                  <a:lnTo>
                    <a:pt x="5277" y="5621"/>
                  </a:lnTo>
                  <a:lnTo>
                    <a:pt x="5277" y="5621"/>
                  </a:lnTo>
                  <a:lnTo>
                    <a:pt x="1960" y="3661"/>
                  </a:lnTo>
                  <a:lnTo>
                    <a:pt x="3554" y="926"/>
                  </a:lnTo>
                  <a:lnTo>
                    <a:pt x="2326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8" name="Google Shape;13438;p34">
              <a:extLst>
                <a:ext uri="{FF2B5EF4-FFF2-40B4-BE49-F238E27FC236}">
                  <a16:creationId xmlns:a16="http://schemas.microsoft.com/office/drawing/2014/main" id="{E8087466-FB12-A0ED-FA33-13C023B798B3}"/>
                </a:ext>
              </a:extLst>
            </p:cNvPr>
            <p:cNvSpPr/>
            <p:nvPr/>
          </p:nvSpPr>
          <p:spPr>
            <a:xfrm rot="3331772" flipH="1">
              <a:off x="7910830" y="771890"/>
              <a:ext cx="324644" cy="270026"/>
            </a:xfrm>
            <a:custGeom>
              <a:avLst/>
              <a:gdLst/>
              <a:ahLst/>
              <a:cxnLst/>
              <a:rect l="l" t="t" r="r" b="b"/>
              <a:pathLst>
                <a:path w="4868" h="4049" extrusionOk="0">
                  <a:moveTo>
                    <a:pt x="3769" y="4049"/>
                  </a:moveTo>
                  <a:lnTo>
                    <a:pt x="4867" y="2175"/>
                  </a:lnTo>
                  <a:lnTo>
                    <a:pt x="1099" y="0"/>
                  </a:lnTo>
                  <a:lnTo>
                    <a:pt x="0" y="189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9" name="Google Shape;13439;p34">
              <a:extLst>
                <a:ext uri="{FF2B5EF4-FFF2-40B4-BE49-F238E27FC236}">
                  <a16:creationId xmlns:a16="http://schemas.microsoft.com/office/drawing/2014/main" id="{9D7FC9FA-9E4A-326A-D25F-BBBDCD045B0C}"/>
                </a:ext>
              </a:extLst>
            </p:cNvPr>
            <p:cNvSpPr/>
            <p:nvPr/>
          </p:nvSpPr>
          <p:spPr>
            <a:xfrm rot="3331772" flipH="1">
              <a:off x="8036047" y="837811"/>
              <a:ext cx="202536" cy="198201"/>
            </a:xfrm>
            <a:custGeom>
              <a:avLst/>
              <a:gdLst/>
              <a:ahLst/>
              <a:cxnLst/>
              <a:rect l="l" t="t" r="r" b="b"/>
              <a:pathLst>
                <a:path w="3037" h="2972" extrusionOk="0">
                  <a:moveTo>
                    <a:pt x="3037" y="1120"/>
                  </a:moveTo>
                  <a:lnTo>
                    <a:pt x="1099" y="0"/>
                  </a:lnTo>
                  <a:lnTo>
                    <a:pt x="0" y="1895"/>
                  </a:lnTo>
                  <a:lnTo>
                    <a:pt x="1895" y="2972"/>
                  </a:lnTo>
                  <a:cubicBezTo>
                    <a:pt x="2520" y="2541"/>
                    <a:pt x="2929" y="1852"/>
                    <a:pt x="3037" y="112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0" name="Google Shape;13440;p34">
              <a:extLst>
                <a:ext uri="{FF2B5EF4-FFF2-40B4-BE49-F238E27FC236}">
                  <a16:creationId xmlns:a16="http://schemas.microsoft.com/office/drawing/2014/main" id="{BC7EF393-2D25-DC20-1E79-09FADC0D4477}"/>
                </a:ext>
              </a:extLst>
            </p:cNvPr>
            <p:cNvSpPr/>
            <p:nvPr/>
          </p:nvSpPr>
          <p:spPr>
            <a:xfrm rot="3331772" flipH="1">
              <a:off x="7767321" y="694060"/>
              <a:ext cx="284431" cy="291566"/>
            </a:xfrm>
            <a:custGeom>
              <a:avLst/>
              <a:gdLst/>
              <a:ahLst/>
              <a:cxnLst/>
              <a:rect l="l" t="t" r="r" b="b"/>
              <a:pathLst>
                <a:path w="4265" h="4372" extrusionOk="0">
                  <a:moveTo>
                    <a:pt x="3942" y="1637"/>
                  </a:moveTo>
                  <a:cubicBezTo>
                    <a:pt x="3446" y="151"/>
                    <a:pt x="1401" y="0"/>
                    <a:pt x="690" y="1400"/>
                  </a:cubicBezTo>
                  <a:cubicBezTo>
                    <a:pt x="1" y="2800"/>
                    <a:pt x="1336" y="4372"/>
                    <a:pt x="2843" y="3876"/>
                  </a:cubicBezTo>
                  <a:cubicBezTo>
                    <a:pt x="3748" y="3553"/>
                    <a:pt x="4265" y="2563"/>
                    <a:pt x="3942" y="163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1" name="Google Shape;13441;p34">
              <a:extLst>
                <a:ext uri="{FF2B5EF4-FFF2-40B4-BE49-F238E27FC236}">
                  <a16:creationId xmlns:a16="http://schemas.microsoft.com/office/drawing/2014/main" id="{1E5673E6-FF04-13D1-571D-264C47D01F01}"/>
                </a:ext>
              </a:extLst>
            </p:cNvPr>
            <p:cNvSpPr/>
            <p:nvPr/>
          </p:nvSpPr>
          <p:spPr>
            <a:xfrm rot="3331772" flipH="1">
              <a:off x="7749472" y="687662"/>
              <a:ext cx="277295" cy="290166"/>
            </a:xfrm>
            <a:custGeom>
              <a:avLst/>
              <a:gdLst/>
              <a:ahLst/>
              <a:cxnLst/>
              <a:rect l="l" t="t" r="r" b="b"/>
              <a:pathLst>
                <a:path w="4158" h="4351" extrusionOk="0">
                  <a:moveTo>
                    <a:pt x="3640" y="1422"/>
                  </a:moveTo>
                  <a:cubicBezTo>
                    <a:pt x="3511" y="1056"/>
                    <a:pt x="3274" y="754"/>
                    <a:pt x="2973" y="539"/>
                  </a:cubicBezTo>
                  <a:cubicBezTo>
                    <a:pt x="2154" y="1"/>
                    <a:pt x="1056" y="237"/>
                    <a:pt x="518" y="1056"/>
                  </a:cubicBezTo>
                  <a:cubicBezTo>
                    <a:pt x="1" y="1874"/>
                    <a:pt x="216" y="2972"/>
                    <a:pt x="1035" y="3489"/>
                  </a:cubicBezTo>
                  <a:cubicBezTo>
                    <a:pt x="2434" y="4351"/>
                    <a:pt x="4157" y="2994"/>
                    <a:pt x="3640" y="142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2" name="Google Shape;13442;p34">
              <a:extLst>
                <a:ext uri="{FF2B5EF4-FFF2-40B4-BE49-F238E27FC236}">
                  <a16:creationId xmlns:a16="http://schemas.microsoft.com/office/drawing/2014/main" id="{2B2CF19F-5364-9D08-F132-FC414F6F8138}"/>
                </a:ext>
              </a:extLst>
            </p:cNvPr>
            <p:cNvSpPr/>
            <p:nvPr/>
          </p:nvSpPr>
          <p:spPr>
            <a:xfrm rot="3331772" flipH="1">
              <a:off x="8774554" y="1149893"/>
              <a:ext cx="527114" cy="528581"/>
            </a:xfrm>
            <a:custGeom>
              <a:avLst/>
              <a:gdLst/>
              <a:ahLst/>
              <a:cxnLst/>
              <a:rect l="l" t="t" r="r" b="b"/>
              <a:pathLst>
                <a:path w="7904" h="7926" extrusionOk="0">
                  <a:moveTo>
                    <a:pt x="3166" y="453"/>
                  </a:moveTo>
                  <a:cubicBezTo>
                    <a:pt x="5104" y="1"/>
                    <a:pt x="7042" y="1228"/>
                    <a:pt x="7472" y="3167"/>
                  </a:cubicBezTo>
                  <a:cubicBezTo>
                    <a:pt x="7903" y="5105"/>
                    <a:pt x="6697" y="7043"/>
                    <a:pt x="4759" y="7473"/>
                  </a:cubicBezTo>
                  <a:cubicBezTo>
                    <a:pt x="2800" y="7926"/>
                    <a:pt x="883" y="6698"/>
                    <a:pt x="452" y="4760"/>
                  </a:cubicBezTo>
                  <a:cubicBezTo>
                    <a:pt x="0" y="2822"/>
                    <a:pt x="1228" y="884"/>
                    <a:pt x="3166" y="4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3" name="Google Shape;13443;p34">
              <a:extLst>
                <a:ext uri="{FF2B5EF4-FFF2-40B4-BE49-F238E27FC236}">
                  <a16:creationId xmlns:a16="http://schemas.microsoft.com/office/drawing/2014/main" id="{C7492F98-182B-5059-9AA8-C6D74DDEB2EC}"/>
                </a:ext>
              </a:extLst>
            </p:cNvPr>
            <p:cNvSpPr/>
            <p:nvPr/>
          </p:nvSpPr>
          <p:spPr>
            <a:xfrm rot="3331772" flipH="1">
              <a:off x="8770383" y="1172151"/>
              <a:ext cx="499838" cy="475429"/>
            </a:xfrm>
            <a:custGeom>
              <a:avLst/>
              <a:gdLst/>
              <a:ahLst/>
              <a:cxnLst/>
              <a:rect l="l" t="t" r="r" b="b"/>
              <a:pathLst>
                <a:path w="7495" h="7129" extrusionOk="0">
                  <a:moveTo>
                    <a:pt x="6224" y="969"/>
                  </a:moveTo>
                  <a:cubicBezTo>
                    <a:pt x="6633" y="1422"/>
                    <a:pt x="6913" y="1982"/>
                    <a:pt x="7063" y="2585"/>
                  </a:cubicBezTo>
                  <a:cubicBezTo>
                    <a:pt x="7494" y="4523"/>
                    <a:pt x="6267" y="6461"/>
                    <a:pt x="4329" y="6891"/>
                  </a:cubicBezTo>
                  <a:cubicBezTo>
                    <a:pt x="3252" y="7128"/>
                    <a:pt x="2132" y="6870"/>
                    <a:pt x="1271" y="6181"/>
                  </a:cubicBezTo>
                  <a:cubicBezTo>
                    <a:pt x="862" y="5707"/>
                    <a:pt x="560" y="5147"/>
                    <a:pt x="431" y="4566"/>
                  </a:cubicBezTo>
                  <a:cubicBezTo>
                    <a:pt x="0" y="2606"/>
                    <a:pt x="1206" y="690"/>
                    <a:pt x="3144" y="259"/>
                  </a:cubicBezTo>
                  <a:cubicBezTo>
                    <a:pt x="4221" y="0"/>
                    <a:pt x="5362" y="280"/>
                    <a:pt x="6224" y="9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4" name="Google Shape;13444;p34">
              <a:extLst>
                <a:ext uri="{FF2B5EF4-FFF2-40B4-BE49-F238E27FC236}">
                  <a16:creationId xmlns:a16="http://schemas.microsoft.com/office/drawing/2014/main" id="{6764C23F-AFA2-0E7A-3E04-953BF5C81761}"/>
                </a:ext>
              </a:extLst>
            </p:cNvPr>
            <p:cNvSpPr/>
            <p:nvPr/>
          </p:nvSpPr>
          <p:spPr>
            <a:xfrm rot="3331772" flipH="1">
              <a:off x="8856178" y="1246629"/>
              <a:ext cx="304504" cy="304504"/>
            </a:xfrm>
            <a:custGeom>
              <a:avLst/>
              <a:gdLst/>
              <a:ahLst/>
              <a:cxnLst/>
              <a:rect l="l" t="t" r="r" b="b"/>
              <a:pathLst>
                <a:path w="4566" h="4566" extrusionOk="0">
                  <a:moveTo>
                    <a:pt x="1831" y="259"/>
                  </a:moveTo>
                  <a:cubicBezTo>
                    <a:pt x="2951" y="1"/>
                    <a:pt x="4070" y="690"/>
                    <a:pt x="4329" y="1831"/>
                  </a:cubicBezTo>
                  <a:cubicBezTo>
                    <a:pt x="4566" y="2951"/>
                    <a:pt x="3877" y="4049"/>
                    <a:pt x="2735" y="4307"/>
                  </a:cubicBezTo>
                  <a:cubicBezTo>
                    <a:pt x="1615" y="4566"/>
                    <a:pt x="517" y="3855"/>
                    <a:pt x="259" y="2735"/>
                  </a:cubicBezTo>
                  <a:cubicBezTo>
                    <a:pt x="0" y="1616"/>
                    <a:pt x="711" y="496"/>
                    <a:pt x="1831" y="2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5" name="Google Shape;13445;p34">
              <a:extLst>
                <a:ext uri="{FF2B5EF4-FFF2-40B4-BE49-F238E27FC236}">
                  <a16:creationId xmlns:a16="http://schemas.microsoft.com/office/drawing/2014/main" id="{3FD1D640-7973-206C-096F-96847C0CB359}"/>
                </a:ext>
              </a:extLst>
            </p:cNvPr>
            <p:cNvSpPr/>
            <p:nvPr/>
          </p:nvSpPr>
          <p:spPr>
            <a:xfrm rot="3331772" flipH="1">
              <a:off x="8885173" y="1261957"/>
              <a:ext cx="305905" cy="304504"/>
            </a:xfrm>
            <a:custGeom>
              <a:avLst/>
              <a:gdLst/>
              <a:ahLst/>
              <a:cxnLst/>
              <a:rect l="l" t="t" r="r" b="b"/>
              <a:pathLst>
                <a:path w="4587" h="4566" extrusionOk="0">
                  <a:moveTo>
                    <a:pt x="1831" y="259"/>
                  </a:moveTo>
                  <a:cubicBezTo>
                    <a:pt x="2950" y="1"/>
                    <a:pt x="4070" y="711"/>
                    <a:pt x="4329" y="1831"/>
                  </a:cubicBezTo>
                  <a:cubicBezTo>
                    <a:pt x="4587" y="2951"/>
                    <a:pt x="3876" y="4071"/>
                    <a:pt x="2757" y="4308"/>
                  </a:cubicBezTo>
                  <a:cubicBezTo>
                    <a:pt x="1637" y="4566"/>
                    <a:pt x="517" y="3855"/>
                    <a:pt x="259" y="2736"/>
                  </a:cubicBezTo>
                  <a:cubicBezTo>
                    <a:pt x="0" y="1616"/>
                    <a:pt x="711" y="496"/>
                    <a:pt x="1831" y="2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6" name="Google Shape;13446;p34">
              <a:extLst>
                <a:ext uri="{FF2B5EF4-FFF2-40B4-BE49-F238E27FC236}">
                  <a16:creationId xmlns:a16="http://schemas.microsoft.com/office/drawing/2014/main" id="{2ACD3C0C-D856-1D3F-5A3A-7F837A57E386}"/>
                </a:ext>
              </a:extLst>
            </p:cNvPr>
            <p:cNvSpPr/>
            <p:nvPr/>
          </p:nvSpPr>
          <p:spPr>
            <a:xfrm rot="3331772" flipH="1">
              <a:off x="8883748" y="1274666"/>
              <a:ext cx="271426" cy="262890"/>
            </a:xfrm>
            <a:custGeom>
              <a:avLst/>
              <a:gdLst/>
              <a:ahLst/>
              <a:cxnLst/>
              <a:rect l="l" t="t" r="r" b="b"/>
              <a:pathLst>
                <a:path w="4070" h="3942" extrusionOk="0">
                  <a:moveTo>
                    <a:pt x="3122" y="216"/>
                  </a:moveTo>
                  <a:cubicBezTo>
                    <a:pt x="3467" y="496"/>
                    <a:pt x="3725" y="905"/>
                    <a:pt x="3812" y="1357"/>
                  </a:cubicBezTo>
                  <a:cubicBezTo>
                    <a:pt x="4070" y="2477"/>
                    <a:pt x="3359" y="3597"/>
                    <a:pt x="2240" y="3834"/>
                  </a:cubicBezTo>
                  <a:cubicBezTo>
                    <a:pt x="1809" y="3941"/>
                    <a:pt x="1357" y="3898"/>
                    <a:pt x="948" y="3704"/>
                  </a:cubicBezTo>
                  <a:cubicBezTo>
                    <a:pt x="581" y="3403"/>
                    <a:pt x="345" y="3015"/>
                    <a:pt x="237" y="2563"/>
                  </a:cubicBezTo>
                  <a:cubicBezTo>
                    <a:pt x="0" y="1443"/>
                    <a:pt x="689" y="345"/>
                    <a:pt x="1809" y="87"/>
                  </a:cubicBezTo>
                  <a:cubicBezTo>
                    <a:pt x="2240" y="0"/>
                    <a:pt x="2713" y="43"/>
                    <a:pt x="3122" y="216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7" name="Google Shape;13447;p34">
              <a:extLst>
                <a:ext uri="{FF2B5EF4-FFF2-40B4-BE49-F238E27FC236}">
                  <a16:creationId xmlns:a16="http://schemas.microsoft.com/office/drawing/2014/main" id="{8905E530-9348-61E3-A437-C449D12FF443}"/>
                </a:ext>
              </a:extLst>
            </p:cNvPr>
            <p:cNvSpPr/>
            <p:nvPr/>
          </p:nvSpPr>
          <p:spPr>
            <a:xfrm rot="3331772" flipH="1">
              <a:off x="8907416" y="1287899"/>
              <a:ext cx="251353" cy="245617"/>
            </a:xfrm>
            <a:custGeom>
              <a:avLst/>
              <a:gdLst/>
              <a:ahLst/>
              <a:cxnLst/>
              <a:rect l="l" t="t" r="r" b="b"/>
              <a:pathLst>
                <a:path w="3769" h="3683" extrusionOk="0">
                  <a:moveTo>
                    <a:pt x="754" y="3510"/>
                  </a:moveTo>
                  <a:cubicBezTo>
                    <a:pt x="496" y="3252"/>
                    <a:pt x="324" y="2929"/>
                    <a:pt x="259" y="2563"/>
                  </a:cubicBezTo>
                  <a:cubicBezTo>
                    <a:pt x="0" y="1443"/>
                    <a:pt x="711" y="345"/>
                    <a:pt x="1831" y="87"/>
                  </a:cubicBezTo>
                  <a:cubicBezTo>
                    <a:pt x="2240" y="0"/>
                    <a:pt x="2649" y="22"/>
                    <a:pt x="3037" y="173"/>
                  </a:cubicBezTo>
                  <a:cubicBezTo>
                    <a:pt x="3274" y="453"/>
                    <a:pt x="3446" y="776"/>
                    <a:pt x="3511" y="1120"/>
                  </a:cubicBezTo>
                  <a:cubicBezTo>
                    <a:pt x="3769" y="2240"/>
                    <a:pt x="3058" y="3338"/>
                    <a:pt x="1939" y="3597"/>
                  </a:cubicBezTo>
                  <a:cubicBezTo>
                    <a:pt x="1551" y="3683"/>
                    <a:pt x="1120" y="3640"/>
                    <a:pt x="754" y="3510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8" name="Google Shape;13448;p34">
              <a:extLst>
                <a:ext uri="{FF2B5EF4-FFF2-40B4-BE49-F238E27FC236}">
                  <a16:creationId xmlns:a16="http://schemas.microsoft.com/office/drawing/2014/main" id="{0FCBC24B-EF64-A986-5DDD-144BCA1FCD59}"/>
                </a:ext>
              </a:extLst>
            </p:cNvPr>
            <p:cNvSpPr/>
            <p:nvPr/>
          </p:nvSpPr>
          <p:spPr>
            <a:xfrm rot="3331772" flipH="1">
              <a:off x="8069427" y="802729"/>
              <a:ext cx="406539" cy="406472"/>
            </a:xfrm>
            <a:custGeom>
              <a:avLst/>
              <a:gdLst/>
              <a:ahLst/>
              <a:cxnLst/>
              <a:rect l="l" t="t" r="r" b="b"/>
              <a:pathLst>
                <a:path w="6096" h="6095" extrusionOk="0">
                  <a:moveTo>
                    <a:pt x="2219" y="453"/>
                  </a:moveTo>
                  <a:cubicBezTo>
                    <a:pt x="3662" y="0"/>
                    <a:pt x="5191" y="797"/>
                    <a:pt x="5643" y="2219"/>
                  </a:cubicBezTo>
                  <a:cubicBezTo>
                    <a:pt x="6095" y="3661"/>
                    <a:pt x="5320" y="5190"/>
                    <a:pt x="3877" y="5642"/>
                  </a:cubicBezTo>
                  <a:cubicBezTo>
                    <a:pt x="2434" y="6095"/>
                    <a:pt x="905" y="5319"/>
                    <a:pt x="453" y="3877"/>
                  </a:cubicBezTo>
                  <a:cubicBezTo>
                    <a:pt x="1" y="2434"/>
                    <a:pt x="776" y="905"/>
                    <a:pt x="2219" y="4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9" name="Google Shape;13449;p34">
              <a:extLst>
                <a:ext uri="{FF2B5EF4-FFF2-40B4-BE49-F238E27FC236}">
                  <a16:creationId xmlns:a16="http://schemas.microsoft.com/office/drawing/2014/main" id="{8982DFE0-2227-2566-7A6E-FB2F02E0519E}"/>
                </a:ext>
              </a:extLst>
            </p:cNvPr>
            <p:cNvSpPr/>
            <p:nvPr/>
          </p:nvSpPr>
          <p:spPr>
            <a:xfrm rot="3331772" flipH="1">
              <a:off x="8067008" y="820259"/>
              <a:ext cx="384998" cy="363391"/>
            </a:xfrm>
            <a:custGeom>
              <a:avLst/>
              <a:gdLst/>
              <a:ahLst/>
              <a:cxnLst/>
              <a:rect l="l" t="t" r="r" b="b"/>
              <a:pathLst>
                <a:path w="5773" h="5449" extrusionOk="0">
                  <a:moveTo>
                    <a:pt x="4588" y="604"/>
                  </a:moveTo>
                  <a:cubicBezTo>
                    <a:pt x="4932" y="927"/>
                    <a:pt x="5191" y="1336"/>
                    <a:pt x="5320" y="1767"/>
                  </a:cubicBezTo>
                  <a:cubicBezTo>
                    <a:pt x="5772" y="3209"/>
                    <a:pt x="4997" y="4738"/>
                    <a:pt x="3554" y="5190"/>
                  </a:cubicBezTo>
                  <a:cubicBezTo>
                    <a:pt x="2757" y="5449"/>
                    <a:pt x="1874" y="5320"/>
                    <a:pt x="1185" y="4846"/>
                  </a:cubicBezTo>
                  <a:cubicBezTo>
                    <a:pt x="841" y="4523"/>
                    <a:pt x="582" y="4114"/>
                    <a:pt x="453" y="3683"/>
                  </a:cubicBezTo>
                  <a:cubicBezTo>
                    <a:pt x="1" y="2240"/>
                    <a:pt x="798" y="711"/>
                    <a:pt x="2219" y="259"/>
                  </a:cubicBezTo>
                  <a:cubicBezTo>
                    <a:pt x="3016" y="1"/>
                    <a:pt x="3899" y="130"/>
                    <a:pt x="4588" y="6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0" name="Google Shape;13450;p34">
              <a:extLst>
                <a:ext uri="{FF2B5EF4-FFF2-40B4-BE49-F238E27FC236}">
                  <a16:creationId xmlns:a16="http://schemas.microsoft.com/office/drawing/2014/main" id="{70633620-8180-FD5A-AFE4-16AAED488E33}"/>
                </a:ext>
              </a:extLst>
            </p:cNvPr>
            <p:cNvSpPr/>
            <p:nvPr/>
          </p:nvSpPr>
          <p:spPr>
            <a:xfrm rot="3331772" flipH="1">
              <a:off x="8133193" y="873591"/>
              <a:ext cx="235614" cy="237014"/>
            </a:xfrm>
            <a:custGeom>
              <a:avLst/>
              <a:gdLst/>
              <a:ahLst/>
              <a:cxnLst/>
              <a:rect l="l" t="t" r="r" b="b"/>
              <a:pathLst>
                <a:path w="3533" h="3554" extrusionOk="0">
                  <a:moveTo>
                    <a:pt x="1292" y="281"/>
                  </a:moveTo>
                  <a:cubicBezTo>
                    <a:pt x="2111" y="1"/>
                    <a:pt x="2994" y="475"/>
                    <a:pt x="3274" y="1293"/>
                  </a:cubicBezTo>
                  <a:cubicBezTo>
                    <a:pt x="3532" y="2133"/>
                    <a:pt x="3080" y="3016"/>
                    <a:pt x="2240" y="3274"/>
                  </a:cubicBezTo>
                  <a:cubicBezTo>
                    <a:pt x="1400" y="3554"/>
                    <a:pt x="517" y="3080"/>
                    <a:pt x="259" y="2262"/>
                  </a:cubicBezTo>
                  <a:cubicBezTo>
                    <a:pt x="0" y="1422"/>
                    <a:pt x="453" y="539"/>
                    <a:pt x="1292" y="2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1" name="Google Shape;13451;p34">
              <a:extLst>
                <a:ext uri="{FF2B5EF4-FFF2-40B4-BE49-F238E27FC236}">
                  <a16:creationId xmlns:a16="http://schemas.microsoft.com/office/drawing/2014/main" id="{9199C646-F8B0-BAA5-0999-300C67433E0C}"/>
                </a:ext>
              </a:extLst>
            </p:cNvPr>
            <p:cNvSpPr/>
            <p:nvPr/>
          </p:nvSpPr>
          <p:spPr>
            <a:xfrm rot="3331772" flipH="1">
              <a:off x="8153582" y="888572"/>
              <a:ext cx="237014" cy="235614"/>
            </a:xfrm>
            <a:custGeom>
              <a:avLst/>
              <a:gdLst/>
              <a:ahLst/>
              <a:cxnLst/>
              <a:rect l="l" t="t" r="r" b="b"/>
              <a:pathLst>
                <a:path w="3554" h="3533" extrusionOk="0">
                  <a:moveTo>
                    <a:pt x="1292" y="259"/>
                  </a:moveTo>
                  <a:cubicBezTo>
                    <a:pt x="2132" y="1"/>
                    <a:pt x="3015" y="453"/>
                    <a:pt x="3274" y="1271"/>
                  </a:cubicBezTo>
                  <a:cubicBezTo>
                    <a:pt x="3553" y="2111"/>
                    <a:pt x="3080" y="2994"/>
                    <a:pt x="2261" y="3252"/>
                  </a:cubicBezTo>
                  <a:cubicBezTo>
                    <a:pt x="1422" y="3532"/>
                    <a:pt x="539" y="3058"/>
                    <a:pt x="280" y="2240"/>
                  </a:cubicBezTo>
                  <a:cubicBezTo>
                    <a:pt x="0" y="1400"/>
                    <a:pt x="474" y="517"/>
                    <a:pt x="1292" y="2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2" name="Google Shape;13452;p34">
              <a:extLst>
                <a:ext uri="{FF2B5EF4-FFF2-40B4-BE49-F238E27FC236}">
                  <a16:creationId xmlns:a16="http://schemas.microsoft.com/office/drawing/2014/main" id="{863B0E35-CDC7-D3A6-D2E4-DC2E64BFCB86}"/>
                </a:ext>
              </a:extLst>
            </p:cNvPr>
            <p:cNvSpPr/>
            <p:nvPr/>
          </p:nvSpPr>
          <p:spPr>
            <a:xfrm rot="3331772" flipH="1">
              <a:off x="8154453" y="898451"/>
              <a:ext cx="211206" cy="201069"/>
            </a:xfrm>
            <a:custGeom>
              <a:avLst/>
              <a:gdLst/>
              <a:ahLst/>
              <a:cxnLst/>
              <a:rect l="l" t="t" r="r" b="b"/>
              <a:pathLst>
                <a:path w="3167" h="3015" extrusionOk="0">
                  <a:moveTo>
                    <a:pt x="2305" y="129"/>
                  </a:moveTo>
                  <a:cubicBezTo>
                    <a:pt x="2585" y="323"/>
                    <a:pt x="2779" y="603"/>
                    <a:pt x="2887" y="926"/>
                  </a:cubicBezTo>
                  <a:cubicBezTo>
                    <a:pt x="3166" y="1766"/>
                    <a:pt x="2693" y="2649"/>
                    <a:pt x="1874" y="2907"/>
                  </a:cubicBezTo>
                  <a:cubicBezTo>
                    <a:pt x="1551" y="3015"/>
                    <a:pt x="1185" y="3015"/>
                    <a:pt x="862" y="2907"/>
                  </a:cubicBezTo>
                  <a:cubicBezTo>
                    <a:pt x="582" y="2692"/>
                    <a:pt x="389" y="2412"/>
                    <a:pt x="281" y="2089"/>
                  </a:cubicBezTo>
                  <a:cubicBezTo>
                    <a:pt x="1" y="1249"/>
                    <a:pt x="475" y="366"/>
                    <a:pt x="1293" y="108"/>
                  </a:cubicBezTo>
                  <a:cubicBezTo>
                    <a:pt x="1616" y="0"/>
                    <a:pt x="1982" y="0"/>
                    <a:pt x="2305" y="12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3" name="Google Shape;13453;p34">
              <a:extLst>
                <a:ext uri="{FF2B5EF4-FFF2-40B4-BE49-F238E27FC236}">
                  <a16:creationId xmlns:a16="http://schemas.microsoft.com/office/drawing/2014/main" id="{0186BA38-49DD-ACD6-931C-7B1428623F4A}"/>
                </a:ext>
              </a:extLst>
            </p:cNvPr>
            <p:cNvSpPr/>
            <p:nvPr/>
          </p:nvSpPr>
          <p:spPr>
            <a:xfrm rot="3331772" flipH="1">
              <a:off x="8172654" y="908033"/>
              <a:ext cx="194000" cy="189598"/>
            </a:xfrm>
            <a:custGeom>
              <a:avLst/>
              <a:gdLst/>
              <a:ahLst/>
              <a:cxnLst/>
              <a:rect l="l" t="t" r="r" b="b"/>
              <a:pathLst>
                <a:path w="2909" h="2843" extrusionOk="0">
                  <a:moveTo>
                    <a:pt x="712" y="2778"/>
                  </a:moveTo>
                  <a:cubicBezTo>
                    <a:pt x="496" y="2584"/>
                    <a:pt x="367" y="2347"/>
                    <a:pt x="281" y="2089"/>
                  </a:cubicBezTo>
                  <a:cubicBezTo>
                    <a:pt x="1" y="1249"/>
                    <a:pt x="475" y="366"/>
                    <a:pt x="1293" y="108"/>
                  </a:cubicBezTo>
                  <a:cubicBezTo>
                    <a:pt x="1594" y="22"/>
                    <a:pt x="1918" y="0"/>
                    <a:pt x="2219" y="86"/>
                  </a:cubicBezTo>
                  <a:cubicBezTo>
                    <a:pt x="2413" y="280"/>
                    <a:pt x="2564" y="517"/>
                    <a:pt x="2650" y="775"/>
                  </a:cubicBezTo>
                  <a:cubicBezTo>
                    <a:pt x="2908" y="1615"/>
                    <a:pt x="2456" y="2498"/>
                    <a:pt x="1616" y="2756"/>
                  </a:cubicBezTo>
                  <a:cubicBezTo>
                    <a:pt x="1315" y="2843"/>
                    <a:pt x="1013" y="2843"/>
                    <a:pt x="712" y="2756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4" name="Google Shape;13454;p34">
              <a:extLst>
                <a:ext uri="{FF2B5EF4-FFF2-40B4-BE49-F238E27FC236}">
                  <a16:creationId xmlns:a16="http://schemas.microsoft.com/office/drawing/2014/main" id="{446215DA-C157-2933-06D7-F9D283A6934C}"/>
                </a:ext>
              </a:extLst>
            </p:cNvPr>
            <p:cNvSpPr/>
            <p:nvPr/>
          </p:nvSpPr>
          <p:spPr>
            <a:xfrm rot="3331772" flipH="1">
              <a:off x="7807881" y="746340"/>
              <a:ext cx="165257" cy="169525"/>
            </a:xfrm>
            <a:custGeom>
              <a:avLst/>
              <a:gdLst/>
              <a:ahLst/>
              <a:cxnLst/>
              <a:rect l="l" t="t" r="r" b="b"/>
              <a:pathLst>
                <a:path w="2478" h="2542" extrusionOk="0">
                  <a:moveTo>
                    <a:pt x="2305" y="948"/>
                  </a:moveTo>
                  <a:cubicBezTo>
                    <a:pt x="2003" y="87"/>
                    <a:pt x="819" y="1"/>
                    <a:pt x="410" y="819"/>
                  </a:cubicBezTo>
                  <a:cubicBezTo>
                    <a:pt x="1" y="1638"/>
                    <a:pt x="776" y="2542"/>
                    <a:pt x="1659" y="2241"/>
                  </a:cubicBezTo>
                  <a:cubicBezTo>
                    <a:pt x="2197" y="2068"/>
                    <a:pt x="2477" y="1487"/>
                    <a:pt x="2305" y="94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5" name="Google Shape;13455;p34">
              <a:extLst>
                <a:ext uri="{FF2B5EF4-FFF2-40B4-BE49-F238E27FC236}">
                  <a16:creationId xmlns:a16="http://schemas.microsoft.com/office/drawing/2014/main" id="{91A88EED-42D1-330E-F0D1-1D794571D213}"/>
                </a:ext>
              </a:extLst>
            </p:cNvPr>
            <p:cNvSpPr/>
            <p:nvPr/>
          </p:nvSpPr>
          <p:spPr>
            <a:xfrm rot="3331772" flipH="1">
              <a:off x="7824901" y="752845"/>
              <a:ext cx="165190" cy="168057"/>
            </a:xfrm>
            <a:custGeom>
              <a:avLst/>
              <a:gdLst/>
              <a:ahLst/>
              <a:cxnLst/>
              <a:rect l="l" t="t" r="r" b="b"/>
              <a:pathLst>
                <a:path w="2477" h="2520" extrusionOk="0">
                  <a:moveTo>
                    <a:pt x="2305" y="948"/>
                  </a:moveTo>
                  <a:cubicBezTo>
                    <a:pt x="2003" y="86"/>
                    <a:pt x="819" y="0"/>
                    <a:pt x="410" y="797"/>
                  </a:cubicBezTo>
                  <a:cubicBezTo>
                    <a:pt x="0" y="1615"/>
                    <a:pt x="776" y="2520"/>
                    <a:pt x="1659" y="2240"/>
                  </a:cubicBezTo>
                  <a:cubicBezTo>
                    <a:pt x="2175" y="2068"/>
                    <a:pt x="2477" y="1486"/>
                    <a:pt x="2305" y="94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13416;p34">
            <a:extLst>
              <a:ext uri="{FF2B5EF4-FFF2-40B4-BE49-F238E27FC236}">
                <a16:creationId xmlns:a16="http://schemas.microsoft.com/office/drawing/2014/main" id="{9B95CF5D-AB32-23E7-64B9-642637E6BDE9}"/>
              </a:ext>
            </a:extLst>
          </p:cNvPr>
          <p:cNvSpPr txBox="1">
            <a:spLocks/>
          </p:cNvSpPr>
          <p:nvPr/>
        </p:nvSpPr>
        <p:spPr>
          <a:xfrm>
            <a:off x="5080296" y="1515320"/>
            <a:ext cx="3235864" cy="239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DM Sans"/>
              <a:buAutoNum type="arabi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 algn="ctr">
              <a:buNone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Limitations</a:t>
            </a:r>
          </a:p>
          <a:p>
            <a:pPr marL="1397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only proportional control </a:t>
            </a:r>
          </a:p>
          <a:p>
            <a:pPr marL="1397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obstacle avoidance </a:t>
            </a:r>
          </a:p>
          <a:p>
            <a:pPr marL="1397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to odometry drift </a:t>
            </a:r>
          </a:p>
          <a:p>
            <a:pPr marL="1397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goal at a time </a:t>
            </a:r>
          </a:p>
          <a:p>
            <a:pPr marL="1397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manual gain tuning</a:t>
            </a:r>
          </a:p>
        </p:txBody>
      </p:sp>
    </p:spTree>
    <p:extLst>
      <p:ext uri="{BB962C8B-B14F-4D97-AF65-F5344CB8AC3E}">
        <p14:creationId xmlns:p14="http://schemas.microsoft.com/office/powerpoint/2010/main" val="3718118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14">
          <a:extLst>
            <a:ext uri="{FF2B5EF4-FFF2-40B4-BE49-F238E27FC236}">
              <a16:creationId xmlns:a16="http://schemas.microsoft.com/office/drawing/2014/main" id="{46BB9044-EEDE-626E-F8D2-886E1EECF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5" name="Google Shape;13415;p34">
            <a:extLst>
              <a:ext uri="{FF2B5EF4-FFF2-40B4-BE49-F238E27FC236}">
                <a16:creationId xmlns:a16="http://schemas.microsoft.com/office/drawing/2014/main" id="{90E2B31D-AF32-237C-03B5-4AC677A089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46608" y="21226"/>
            <a:ext cx="4981800" cy="10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dirty="0"/>
              <a:t>Demonstration &amp; Results</a:t>
            </a:r>
            <a:endParaRPr dirty="0"/>
          </a:p>
        </p:txBody>
      </p:sp>
      <p:sp>
        <p:nvSpPr>
          <p:cNvPr id="13416" name="Google Shape;13416;p34">
            <a:extLst>
              <a:ext uri="{FF2B5EF4-FFF2-40B4-BE49-F238E27FC236}">
                <a16:creationId xmlns:a16="http://schemas.microsoft.com/office/drawing/2014/main" id="{201A1D15-D30E-C6DA-3557-EC25FEEC7B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4165" y="1812534"/>
            <a:ext cx="3241332" cy="20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139700" indent="0"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navigated to all target poses </a:t>
            </a:r>
          </a:p>
          <a:p>
            <a:pPr marL="139700" indent="0"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motion achieved </a:t>
            </a:r>
          </a:p>
          <a:p>
            <a:pPr marL="139700" indent="0"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heading accurately aligned </a:t>
            </a:r>
          </a:p>
          <a:p>
            <a:pPr marL="139700" indent="0"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 stopped within specified tolerances</a:t>
            </a:r>
          </a:p>
        </p:txBody>
      </p:sp>
      <p:grpSp>
        <p:nvGrpSpPr>
          <p:cNvPr id="13418" name="Google Shape;13418;p34">
            <a:extLst>
              <a:ext uri="{FF2B5EF4-FFF2-40B4-BE49-F238E27FC236}">
                <a16:creationId xmlns:a16="http://schemas.microsoft.com/office/drawing/2014/main" id="{22B89285-1629-BC34-7CBE-66F780DAA7D4}"/>
              </a:ext>
            </a:extLst>
          </p:cNvPr>
          <p:cNvGrpSpPr/>
          <p:nvPr/>
        </p:nvGrpSpPr>
        <p:grpSpPr>
          <a:xfrm>
            <a:off x="4265255" y="4521513"/>
            <a:ext cx="300558" cy="283271"/>
            <a:chOff x="4265255" y="4521513"/>
            <a:chExt cx="300558" cy="283271"/>
          </a:xfrm>
        </p:grpSpPr>
        <p:sp>
          <p:nvSpPr>
            <p:cNvPr id="13419" name="Google Shape;13419;p34">
              <a:extLst>
                <a:ext uri="{FF2B5EF4-FFF2-40B4-BE49-F238E27FC236}">
                  <a16:creationId xmlns:a16="http://schemas.microsoft.com/office/drawing/2014/main" id="{36E4C46D-B6E2-CEAF-AE21-31DA444A9595}"/>
                </a:ext>
              </a:extLst>
            </p:cNvPr>
            <p:cNvSpPr/>
            <p:nvPr/>
          </p:nvSpPr>
          <p:spPr>
            <a:xfrm>
              <a:off x="4265255" y="4521513"/>
              <a:ext cx="300557" cy="283271"/>
            </a:xfrm>
            <a:custGeom>
              <a:avLst/>
              <a:gdLst/>
              <a:ahLst/>
              <a:cxnLst/>
              <a:rect l="l" t="t" r="r" b="b"/>
              <a:pathLst>
                <a:path w="2921" h="2753" extrusionOk="0">
                  <a:moveTo>
                    <a:pt x="450" y="1910"/>
                  </a:moveTo>
                  <a:cubicBezTo>
                    <a:pt x="0" y="955"/>
                    <a:pt x="955" y="1"/>
                    <a:pt x="1910" y="338"/>
                  </a:cubicBezTo>
                  <a:cubicBezTo>
                    <a:pt x="2921" y="731"/>
                    <a:pt x="2921" y="2079"/>
                    <a:pt x="1966" y="2528"/>
                  </a:cubicBezTo>
                  <a:cubicBezTo>
                    <a:pt x="1404" y="2753"/>
                    <a:pt x="730" y="2528"/>
                    <a:pt x="450" y="19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0" name="Google Shape;13420;p34">
              <a:extLst>
                <a:ext uri="{FF2B5EF4-FFF2-40B4-BE49-F238E27FC236}">
                  <a16:creationId xmlns:a16="http://schemas.microsoft.com/office/drawing/2014/main" id="{BE293D1B-A748-8BE6-CB5B-E23CFA4DAD16}"/>
                </a:ext>
              </a:extLst>
            </p:cNvPr>
            <p:cNvSpPr/>
            <p:nvPr/>
          </p:nvSpPr>
          <p:spPr>
            <a:xfrm>
              <a:off x="4322980" y="4544665"/>
              <a:ext cx="242833" cy="225444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573"/>
                  </a:moveTo>
                  <a:cubicBezTo>
                    <a:pt x="1" y="1124"/>
                    <a:pt x="226" y="618"/>
                    <a:pt x="619" y="450"/>
                  </a:cubicBezTo>
                  <a:cubicBezTo>
                    <a:pt x="1630" y="0"/>
                    <a:pt x="2360" y="1517"/>
                    <a:pt x="1349" y="2022"/>
                  </a:cubicBezTo>
                  <a:cubicBezTo>
                    <a:pt x="900" y="2191"/>
                    <a:pt x="394" y="2022"/>
                    <a:pt x="169" y="15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1" name="Google Shape;13421;p34">
              <a:extLst>
                <a:ext uri="{FF2B5EF4-FFF2-40B4-BE49-F238E27FC236}">
                  <a16:creationId xmlns:a16="http://schemas.microsoft.com/office/drawing/2014/main" id="{E667B39D-58A2-9F82-D4D3-DEA263D2E913}"/>
                </a:ext>
              </a:extLst>
            </p:cNvPr>
            <p:cNvSpPr/>
            <p:nvPr/>
          </p:nvSpPr>
          <p:spPr>
            <a:xfrm>
              <a:off x="4328845" y="4590865"/>
              <a:ext cx="167616" cy="179243"/>
            </a:xfrm>
            <a:custGeom>
              <a:avLst/>
              <a:gdLst/>
              <a:ahLst/>
              <a:cxnLst/>
              <a:rect l="l" t="t" r="r" b="b"/>
              <a:pathLst>
                <a:path w="1629" h="1742" extrusionOk="0">
                  <a:moveTo>
                    <a:pt x="112" y="1124"/>
                  </a:moveTo>
                  <a:cubicBezTo>
                    <a:pt x="0" y="843"/>
                    <a:pt x="56" y="562"/>
                    <a:pt x="225" y="281"/>
                  </a:cubicBezTo>
                  <a:cubicBezTo>
                    <a:pt x="281" y="225"/>
                    <a:pt x="337" y="169"/>
                    <a:pt x="449" y="169"/>
                  </a:cubicBezTo>
                  <a:cubicBezTo>
                    <a:pt x="843" y="1"/>
                    <a:pt x="1348" y="169"/>
                    <a:pt x="1517" y="562"/>
                  </a:cubicBezTo>
                  <a:cubicBezTo>
                    <a:pt x="1629" y="843"/>
                    <a:pt x="1629" y="1124"/>
                    <a:pt x="1460" y="1405"/>
                  </a:cubicBezTo>
                  <a:cubicBezTo>
                    <a:pt x="1404" y="1461"/>
                    <a:pt x="1292" y="1517"/>
                    <a:pt x="1236" y="1573"/>
                  </a:cubicBezTo>
                  <a:cubicBezTo>
                    <a:pt x="786" y="1742"/>
                    <a:pt x="337" y="1517"/>
                    <a:pt x="112" y="11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2" name="Google Shape;13422;p34">
              <a:extLst>
                <a:ext uri="{FF2B5EF4-FFF2-40B4-BE49-F238E27FC236}">
                  <a16:creationId xmlns:a16="http://schemas.microsoft.com/office/drawing/2014/main" id="{0C2F4C69-CC2B-1658-C5B4-5F8AAB4B4892}"/>
                </a:ext>
              </a:extLst>
            </p:cNvPr>
            <p:cNvSpPr/>
            <p:nvPr/>
          </p:nvSpPr>
          <p:spPr>
            <a:xfrm>
              <a:off x="4357656" y="4619779"/>
              <a:ext cx="115757" cy="109892"/>
            </a:xfrm>
            <a:custGeom>
              <a:avLst/>
              <a:gdLst/>
              <a:ahLst/>
              <a:cxnLst/>
              <a:rect l="l" t="t" r="r" b="b"/>
              <a:pathLst>
                <a:path w="1125" h="1068" extrusionOk="0">
                  <a:moveTo>
                    <a:pt x="563" y="1068"/>
                  </a:moveTo>
                  <a:cubicBezTo>
                    <a:pt x="226" y="1011"/>
                    <a:pt x="1" y="674"/>
                    <a:pt x="57" y="337"/>
                  </a:cubicBezTo>
                  <a:cubicBezTo>
                    <a:pt x="57" y="225"/>
                    <a:pt x="113" y="113"/>
                    <a:pt x="226" y="0"/>
                  </a:cubicBezTo>
                  <a:cubicBezTo>
                    <a:pt x="169" y="57"/>
                    <a:pt x="169" y="169"/>
                    <a:pt x="113" y="225"/>
                  </a:cubicBezTo>
                  <a:cubicBezTo>
                    <a:pt x="57" y="562"/>
                    <a:pt x="282" y="899"/>
                    <a:pt x="675" y="955"/>
                  </a:cubicBezTo>
                  <a:cubicBezTo>
                    <a:pt x="843" y="955"/>
                    <a:pt x="1012" y="899"/>
                    <a:pt x="1124" y="787"/>
                  </a:cubicBezTo>
                  <a:cubicBezTo>
                    <a:pt x="1012" y="955"/>
                    <a:pt x="787" y="1068"/>
                    <a:pt x="563" y="1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23" name="Google Shape;13423;p34">
            <a:extLst>
              <a:ext uri="{FF2B5EF4-FFF2-40B4-BE49-F238E27FC236}">
                <a16:creationId xmlns:a16="http://schemas.microsoft.com/office/drawing/2014/main" id="{588721C3-CF72-D6F2-62A1-DADDDCE7FFAC}"/>
              </a:ext>
            </a:extLst>
          </p:cNvPr>
          <p:cNvGrpSpPr/>
          <p:nvPr/>
        </p:nvGrpSpPr>
        <p:grpSpPr>
          <a:xfrm>
            <a:off x="5177919" y="4475313"/>
            <a:ext cx="156092" cy="306422"/>
            <a:chOff x="474406" y="2974600"/>
            <a:chExt cx="106759" cy="209577"/>
          </a:xfrm>
        </p:grpSpPr>
        <p:sp>
          <p:nvSpPr>
            <p:cNvPr id="13424" name="Google Shape;13424;p34">
              <a:extLst>
                <a:ext uri="{FF2B5EF4-FFF2-40B4-BE49-F238E27FC236}">
                  <a16:creationId xmlns:a16="http://schemas.microsoft.com/office/drawing/2014/main" id="{B3FB8253-90A7-657E-E9FE-0ADA9C17C05D}"/>
                </a:ext>
              </a:extLst>
            </p:cNvPr>
            <p:cNvSpPr/>
            <p:nvPr/>
          </p:nvSpPr>
          <p:spPr>
            <a:xfrm>
              <a:off x="474406" y="2974600"/>
              <a:ext cx="106759" cy="209577"/>
            </a:xfrm>
            <a:custGeom>
              <a:avLst/>
              <a:gdLst/>
              <a:ahLst/>
              <a:cxnLst/>
              <a:rect l="l" t="t" r="r" b="b"/>
              <a:pathLst>
                <a:path w="1517" h="2978" extrusionOk="0">
                  <a:moveTo>
                    <a:pt x="1517" y="2977"/>
                  </a:moveTo>
                  <a:lnTo>
                    <a:pt x="0" y="2977"/>
                  </a:lnTo>
                  <a:lnTo>
                    <a:pt x="0" y="731"/>
                  </a:lnTo>
                  <a:cubicBezTo>
                    <a:pt x="0" y="0"/>
                    <a:pt x="1517" y="0"/>
                    <a:pt x="1517" y="7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5" name="Google Shape;13425;p34">
              <a:extLst>
                <a:ext uri="{FF2B5EF4-FFF2-40B4-BE49-F238E27FC236}">
                  <a16:creationId xmlns:a16="http://schemas.microsoft.com/office/drawing/2014/main" id="{4015DE2F-1676-9A74-0AAC-50C7E09A806B}"/>
                </a:ext>
              </a:extLst>
            </p:cNvPr>
            <p:cNvSpPr/>
            <p:nvPr/>
          </p:nvSpPr>
          <p:spPr>
            <a:xfrm>
              <a:off x="474406" y="2982482"/>
              <a:ext cx="98877" cy="201695"/>
            </a:xfrm>
            <a:custGeom>
              <a:avLst/>
              <a:gdLst/>
              <a:ahLst/>
              <a:cxnLst/>
              <a:rect l="l" t="t" r="r" b="b"/>
              <a:pathLst>
                <a:path w="1405" h="2866" extrusionOk="0">
                  <a:moveTo>
                    <a:pt x="1405" y="2865"/>
                  </a:moveTo>
                  <a:lnTo>
                    <a:pt x="0" y="2865"/>
                  </a:lnTo>
                  <a:lnTo>
                    <a:pt x="0" y="619"/>
                  </a:lnTo>
                  <a:cubicBezTo>
                    <a:pt x="0" y="506"/>
                    <a:pt x="57" y="338"/>
                    <a:pt x="169" y="282"/>
                  </a:cubicBezTo>
                  <a:cubicBezTo>
                    <a:pt x="618" y="1"/>
                    <a:pt x="1405" y="169"/>
                    <a:pt x="1405" y="675"/>
                  </a:cubicBezTo>
                  <a:lnTo>
                    <a:pt x="1405" y="2865"/>
                  </a:lnTo>
                  <a:close/>
                </a:path>
              </a:pathLst>
            </a:custGeom>
            <a:solidFill>
              <a:srgbClr val="7A7A7A">
                <a:alpha val="60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6" name="Google Shape;13426;p34">
              <a:extLst>
                <a:ext uri="{FF2B5EF4-FFF2-40B4-BE49-F238E27FC236}">
                  <a16:creationId xmlns:a16="http://schemas.microsoft.com/office/drawing/2014/main" id="{6696D55F-9CB9-63B2-C062-AEECFA39F28B}"/>
                </a:ext>
              </a:extLst>
            </p:cNvPr>
            <p:cNvSpPr/>
            <p:nvPr/>
          </p:nvSpPr>
          <p:spPr>
            <a:xfrm>
              <a:off x="482288" y="3014151"/>
              <a:ext cx="83113" cy="98877"/>
            </a:xfrm>
            <a:custGeom>
              <a:avLst/>
              <a:gdLst/>
              <a:ahLst/>
              <a:cxnLst/>
              <a:rect l="l" t="t" r="r" b="b"/>
              <a:pathLst>
                <a:path w="1181" h="1405" extrusionOk="0">
                  <a:moveTo>
                    <a:pt x="1068" y="618"/>
                  </a:moveTo>
                  <a:cubicBezTo>
                    <a:pt x="1180" y="1404"/>
                    <a:pt x="1" y="1404"/>
                    <a:pt x="57" y="618"/>
                  </a:cubicBezTo>
                  <a:cubicBezTo>
                    <a:pt x="169" y="0"/>
                    <a:pt x="1012" y="0"/>
                    <a:pt x="1068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7" name="Google Shape;13427;p34">
              <a:extLst>
                <a:ext uri="{FF2B5EF4-FFF2-40B4-BE49-F238E27FC236}">
                  <a16:creationId xmlns:a16="http://schemas.microsoft.com/office/drawing/2014/main" id="{446CEC8E-C420-1A13-1DD8-93B8C6CC633B}"/>
                </a:ext>
              </a:extLst>
            </p:cNvPr>
            <p:cNvSpPr/>
            <p:nvPr/>
          </p:nvSpPr>
          <p:spPr>
            <a:xfrm>
              <a:off x="482288" y="3029915"/>
              <a:ext cx="79172" cy="59397"/>
            </a:xfrm>
            <a:custGeom>
              <a:avLst/>
              <a:gdLst/>
              <a:ahLst/>
              <a:cxnLst/>
              <a:rect l="l" t="t" r="r" b="b"/>
              <a:pathLst>
                <a:path w="1125" h="844" extrusionOk="0">
                  <a:moveTo>
                    <a:pt x="225" y="57"/>
                  </a:moveTo>
                  <a:cubicBezTo>
                    <a:pt x="338" y="1"/>
                    <a:pt x="394" y="1"/>
                    <a:pt x="506" y="1"/>
                  </a:cubicBezTo>
                  <a:cubicBezTo>
                    <a:pt x="899" y="1"/>
                    <a:pt x="1124" y="450"/>
                    <a:pt x="956" y="787"/>
                  </a:cubicBezTo>
                  <a:cubicBezTo>
                    <a:pt x="843" y="843"/>
                    <a:pt x="787" y="843"/>
                    <a:pt x="675" y="843"/>
                  </a:cubicBezTo>
                  <a:cubicBezTo>
                    <a:pt x="282" y="843"/>
                    <a:pt x="1" y="394"/>
                    <a:pt x="225" y="57"/>
                  </a:cubicBezTo>
                  <a:close/>
                </a:path>
              </a:pathLst>
            </a:custGeom>
            <a:solidFill>
              <a:srgbClr val="7A7A7A">
                <a:alpha val="60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28" name="Google Shape;13428;p34">
            <a:extLst>
              <a:ext uri="{FF2B5EF4-FFF2-40B4-BE49-F238E27FC236}">
                <a16:creationId xmlns:a16="http://schemas.microsoft.com/office/drawing/2014/main" id="{5E181CA9-FCD9-6ADE-043B-34F9D5356444}"/>
              </a:ext>
            </a:extLst>
          </p:cNvPr>
          <p:cNvGrpSpPr/>
          <p:nvPr/>
        </p:nvGrpSpPr>
        <p:grpSpPr>
          <a:xfrm rot="-2381116">
            <a:off x="7248070" y="-473688"/>
            <a:ext cx="2580355" cy="2405984"/>
            <a:chOff x="7264558" y="158760"/>
            <a:chExt cx="2580234" cy="2405871"/>
          </a:xfrm>
        </p:grpSpPr>
        <p:sp>
          <p:nvSpPr>
            <p:cNvPr id="13429" name="Google Shape;13429;p34">
              <a:extLst>
                <a:ext uri="{FF2B5EF4-FFF2-40B4-BE49-F238E27FC236}">
                  <a16:creationId xmlns:a16="http://schemas.microsoft.com/office/drawing/2014/main" id="{1D3EDF50-FBF6-EC18-45AF-C0C65A0B8200}"/>
                </a:ext>
              </a:extLst>
            </p:cNvPr>
            <p:cNvSpPr/>
            <p:nvPr/>
          </p:nvSpPr>
          <p:spPr>
            <a:xfrm rot="923072" flipH="1">
              <a:off x="8757029" y="1390196"/>
              <a:ext cx="963666" cy="1065701"/>
            </a:xfrm>
            <a:custGeom>
              <a:avLst/>
              <a:gdLst/>
              <a:ahLst/>
              <a:cxnLst/>
              <a:rect l="l" t="t" r="r" b="b"/>
              <a:pathLst>
                <a:path w="14450" h="15980" extrusionOk="0">
                  <a:moveTo>
                    <a:pt x="14450" y="4114"/>
                  </a:moveTo>
                  <a:lnTo>
                    <a:pt x="9238" y="1"/>
                  </a:lnTo>
                  <a:lnTo>
                    <a:pt x="0" y="11888"/>
                  </a:lnTo>
                  <a:lnTo>
                    <a:pt x="5190" y="159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0" name="Google Shape;13430;p34">
              <a:extLst>
                <a:ext uri="{FF2B5EF4-FFF2-40B4-BE49-F238E27FC236}">
                  <a16:creationId xmlns:a16="http://schemas.microsoft.com/office/drawing/2014/main" id="{DA6C8196-029C-0EFA-6205-DF777D9D323C}"/>
                </a:ext>
              </a:extLst>
            </p:cNvPr>
            <p:cNvSpPr/>
            <p:nvPr/>
          </p:nvSpPr>
          <p:spPr>
            <a:xfrm rot="923072" flipH="1">
              <a:off x="8758525" y="1432433"/>
              <a:ext cx="906246" cy="1016884"/>
            </a:xfrm>
            <a:custGeom>
              <a:avLst/>
              <a:gdLst/>
              <a:ahLst/>
              <a:cxnLst/>
              <a:rect l="l" t="t" r="r" b="b"/>
              <a:pathLst>
                <a:path w="13589" h="15248" extrusionOk="0">
                  <a:moveTo>
                    <a:pt x="1" y="11759"/>
                  </a:moveTo>
                  <a:lnTo>
                    <a:pt x="4437" y="15247"/>
                  </a:lnTo>
                  <a:lnTo>
                    <a:pt x="13589" y="3511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1" name="Google Shape;13431;p34">
              <a:extLst>
                <a:ext uri="{FF2B5EF4-FFF2-40B4-BE49-F238E27FC236}">
                  <a16:creationId xmlns:a16="http://schemas.microsoft.com/office/drawing/2014/main" id="{9C883107-E70C-D660-1FF9-28D250DF40CE}"/>
                </a:ext>
              </a:extLst>
            </p:cNvPr>
            <p:cNvSpPr/>
            <p:nvPr/>
          </p:nvSpPr>
          <p:spPr>
            <a:xfrm rot="923072" flipH="1">
              <a:off x="8811828" y="1439434"/>
              <a:ext cx="855962" cy="976670"/>
            </a:xfrm>
            <a:custGeom>
              <a:avLst/>
              <a:gdLst/>
              <a:ahLst/>
              <a:cxnLst/>
              <a:rect l="l" t="t" r="r" b="b"/>
              <a:pathLst>
                <a:path w="12835" h="14645" extrusionOk="0">
                  <a:moveTo>
                    <a:pt x="12835" y="2930"/>
                  </a:moveTo>
                  <a:lnTo>
                    <a:pt x="9131" y="1"/>
                  </a:lnTo>
                  <a:lnTo>
                    <a:pt x="0" y="11716"/>
                  </a:lnTo>
                  <a:lnTo>
                    <a:pt x="3726" y="1464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2" name="Google Shape;13432;p34">
              <a:extLst>
                <a:ext uri="{FF2B5EF4-FFF2-40B4-BE49-F238E27FC236}">
                  <a16:creationId xmlns:a16="http://schemas.microsoft.com/office/drawing/2014/main" id="{ED65B6D8-5D83-7F28-C768-DF49493AB323}"/>
                </a:ext>
              </a:extLst>
            </p:cNvPr>
            <p:cNvSpPr/>
            <p:nvPr/>
          </p:nvSpPr>
          <p:spPr>
            <a:xfrm rot="3331772" flipH="1">
              <a:off x="8263789" y="876268"/>
              <a:ext cx="818680" cy="652023"/>
            </a:xfrm>
            <a:custGeom>
              <a:avLst/>
              <a:gdLst/>
              <a:ahLst/>
              <a:cxnLst/>
              <a:rect l="l" t="t" r="r" b="b"/>
              <a:pathLst>
                <a:path w="12276" h="9777" extrusionOk="0">
                  <a:moveTo>
                    <a:pt x="9820" y="9777"/>
                  </a:moveTo>
                  <a:lnTo>
                    <a:pt x="12275" y="5362"/>
                  </a:lnTo>
                  <a:lnTo>
                    <a:pt x="2456" y="0"/>
                  </a:lnTo>
                  <a:lnTo>
                    <a:pt x="1" y="44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3" name="Google Shape;13433;p34">
              <a:extLst>
                <a:ext uri="{FF2B5EF4-FFF2-40B4-BE49-F238E27FC236}">
                  <a16:creationId xmlns:a16="http://schemas.microsoft.com/office/drawing/2014/main" id="{B74AA275-B87F-5ABD-D643-092E770C2D05}"/>
                </a:ext>
              </a:extLst>
            </p:cNvPr>
            <p:cNvSpPr/>
            <p:nvPr/>
          </p:nvSpPr>
          <p:spPr>
            <a:xfrm rot="3331772" flipH="1">
              <a:off x="8215349" y="830790"/>
              <a:ext cx="789870" cy="613276"/>
            </a:xfrm>
            <a:custGeom>
              <a:avLst/>
              <a:gdLst/>
              <a:ahLst/>
              <a:cxnLst/>
              <a:rect l="l" t="t" r="r" b="b"/>
              <a:pathLst>
                <a:path w="11844" h="9196" extrusionOk="0">
                  <a:moveTo>
                    <a:pt x="11844" y="5534"/>
                  </a:moveTo>
                  <a:lnTo>
                    <a:pt x="2132" y="0"/>
                  </a:lnTo>
                  <a:lnTo>
                    <a:pt x="0" y="3661"/>
                  </a:lnTo>
                  <a:lnTo>
                    <a:pt x="9712" y="9195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4" name="Google Shape;13434;p34">
              <a:extLst>
                <a:ext uri="{FF2B5EF4-FFF2-40B4-BE49-F238E27FC236}">
                  <a16:creationId xmlns:a16="http://schemas.microsoft.com/office/drawing/2014/main" id="{CD80ADD4-EBD7-E0CD-2118-20DC50E9A46C}"/>
                </a:ext>
              </a:extLst>
            </p:cNvPr>
            <p:cNvSpPr/>
            <p:nvPr/>
          </p:nvSpPr>
          <p:spPr>
            <a:xfrm rot="3331772" flipH="1">
              <a:off x="7454277" y="326969"/>
              <a:ext cx="647755" cy="455289"/>
            </a:xfrm>
            <a:custGeom>
              <a:avLst/>
              <a:gdLst/>
              <a:ahLst/>
              <a:cxnLst/>
              <a:rect l="l" t="t" r="r" b="b"/>
              <a:pathLst>
                <a:path w="9713" h="6827" extrusionOk="0">
                  <a:moveTo>
                    <a:pt x="0" y="4005"/>
                  </a:moveTo>
                  <a:lnTo>
                    <a:pt x="2369" y="0"/>
                  </a:lnTo>
                  <a:lnTo>
                    <a:pt x="7408" y="3532"/>
                  </a:lnTo>
                  <a:lnTo>
                    <a:pt x="9712" y="6374"/>
                  </a:lnTo>
                  <a:lnTo>
                    <a:pt x="9002" y="6826"/>
                  </a:lnTo>
                  <a:lnTo>
                    <a:pt x="6698" y="4005"/>
                  </a:lnTo>
                  <a:lnTo>
                    <a:pt x="3381" y="2046"/>
                  </a:lnTo>
                  <a:lnTo>
                    <a:pt x="1788" y="478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5" name="Google Shape;13435;p34">
              <a:extLst>
                <a:ext uri="{FF2B5EF4-FFF2-40B4-BE49-F238E27FC236}">
                  <a16:creationId xmlns:a16="http://schemas.microsoft.com/office/drawing/2014/main" id="{FEAB11F3-A672-F02B-D80B-3BD7623DEA26}"/>
                </a:ext>
              </a:extLst>
            </p:cNvPr>
            <p:cNvSpPr/>
            <p:nvPr/>
          </p:nvSpPr>
          <p:spPr>
            <a:xfrm rot="3331772" flipH="1">
              <a:off x="7331536" y="611852"/>
              <a:ext cx="619012" cy="488367"/>
            </a:xfrm>
            <a:custGeom>
              <a:avLst/>
              <a:gdLst/>
              <a:ahLst/>
              <a:cxnLst/>
              <a:rect l="l" t="t" r="r" b="b"/>
              <a:pathLst>
                <a:path w="9282" h="7323" extrusionOk="0">
                  <a:moveTo>
                    <a:pt x="2347" y="0"/>
                  </a:moveTo>
                  <a:lnTo>
                    <a:pt x="0" y="4006"/>
                  </a:lnTo>
                  <a:lnTo>
                    <a:pt x="5556" y="6698"/>
                  </a:lnTo>
                  <a:lnTo>
                    <a:pt x="9152" y="7322"/>
                  </a:lnTo>
                  <a:lnTo>
                    <a:pt x="9281" y="6396"/>
                  </a:lnTo>
                  <a:lnTo>
                    <a:pt x="5621" y="5858"/>
                  </a:lnTo>
                  <a:lnTo>
                    <a:pt x="2304" y="3898"/>
                  </a:lnTo>
                  <a:lnTo>
                    <a:pt x="3898" y="11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6" name="Google Shape;13436;p34">
              <a:extLst>
                <a:ext uri="{FF2B5EF4-FFF2-40B4-BE49-F238E27FC236}">
                  <a16:creationId xmlns:a16="http://schemas.microsoft.com/office/drawing/2014/main" id="{B85E851F-EF69-D864-4368-8033CC113118}"/>
                </a:ext>
              </a:extLst>
            </p:cNvPr>
            <p:cNvSpPr/>
            <p:nvPr/>
          </p:nvSpPr>
          <p:spPr>
            <a:xfrm rot="3331772" flipH="1">
              <a:off x="7460178" y="331564"/>
              <a:ext cx="623346" cy="425145"/>
            </a:xfrm>
            <a:custGeom>
              <a:avLst/>
              <a:gdLst/>
              <a:ahLst/>
              <a:cxnLst/>
              <a:rect l="l" t="t" r="r" b="b"/>
              <a:pathLst>
                <a:path w="9347" h="6375" extrusionOk="0">
                  <a:moveTo>
                    <a:pt x="2305" y="0"/>
                  </a:moveTo>
                  <a:lnTo>
                    <a:pt x="7042" y="3317"/>
                  </a:lnTo>
                  <a:lnTo>
                    <a:pt x="9346" y="6159"/>
                  </a:lnTo>
                  <a:lnTo>
                    <a:pt x="9002" y="6375"/>
                  </a:lnTo>
                  <a:lnTo>
                    <a:pt x="6676" y="3963"/>
                  </a:lnTo>
                  <a:lnTo>
                    <a:pt x="3360" y="2025"/>
                  </a:lnTo>
                  <a:lnTo>
                    <a:pt x="3338" y="2025"/>
                  </a:lnTo>
                  <a:lnTo>
                    <a:pt x="3015" y="1831"/>
                  </a:lnTo>
                  <a:lnTo>
                    <a:pt x="1422" y="4566"/>
                  </a:lnTo>
                  <a:lnTo>
                    <a:pt x="1" y="394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7" name="Google Shape;13437;p34">
              <a:extLst>
                <a:ext uri="{FF2B5EF4-FFF2-40B4-BE49-F238E27FC236}">
                  <a16:creationId xmlns:a16="http://schemas.microsoft.com/office/drawing/2014/main" id="{55805CA3-7152-00F1-A839-6AE86EC238E5}"/>
                </a:ext>
              </a:extLst>
            </p:cNvPr>
            <p:cNvSpPr/>
            <p:nvPr/>
          </p:nvSpPr>
          <p:spPr>
            <a:xfrm rot="3331772" flipH="1">
              <a:off x="7335639" y="617739"/>
              <a:ext cx="588868" cy="472562"/>
            </a:xfrm>
            <a:custGeom>
              <a:avLst/>
              <a:gdLst/>
              <a:ahLst/>
              <a:cxnLst/>
              <a:rect l="l" t="t" r="r" b="b"/>
              <a:pathLst>
                <a:path w="8830" h="7086" extrusionOk="0">
                  <a:moveTo>
                    <a:pt x="1" y="3941"/>
                  </a:moveTo>
                  <a:lnTo>
                    <a:pt x="5212" y="6461"/>
                  </a:lnTo>
                  <a:lnTo>
                    <a:pt x="8808" y="7085"/>
                  </a:lnTo>
                  <a:lnTo>
                    <a:pt x="8830" y="6676"/>
                  </a:lnTo>
                  <a:lnTo>
                    <a:pt x="5600" y="5793"/>
                  </a:lnTo>
                  <a:lnTo>
                    <a:pt x="5277" y="5621"/>
                  </a:lnTo>
                  <a:lnTo>
                    <a:pt x="5277" y="5621"/>
                  </a:lnTo>
                  <a:lnTo>
                    <a:pt x="1960" y="3661"/>
                  </a:lnTo>
                  <a:lnTo>
                    <a:pt x="3554" y="926"/>
                  </a:lnTo>
                  <a:lnTo>
                    <a:pt x="2326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8" name="Google Shape;13438;p34">
              <a:extLst>
                <a:ext uri="{FF2B5EF4-FFF2-40B4-BE49-F238E27FC236}">
                  <a16:creationId xmlns:a16="http://schemas.microsoft.com/office/drawing/2014/main" id="{DB67FDFE-CEB9-DE03-F71A-5AF3FE55459B}"/>
                </a:ext>
              </a:extLst>
            </p:cNvPr>
            <p:cNvSpPr/>
            <p:nvPr/>
          </p:nvSpPr>
          <p:spPr>
            <a:xfrm rot="3331772" flipH="1">
              <a:off x="7910830" y="771890"/>
              <a:ext cx="324644" cy="270026"/>
            </a:xfrm>
            <a:custGeom>
              <a:avLst/>
              <a:gdLst/>
              <a:ahLst/>
              <a:cxnLst/>
              <a:rect l="l" t="t" r="r" b="b"/>
              <a:pathLst>
                <a:path w="4868" h="4049" extrusionOk="0">
                  <a:moveTo>
                    <a:pt x="3769" y="4049"/>
                  </a:moveTo>
                  <a:lnTo>
                    <a:pt x="4867" y="2175"/>
                  </a:lnTo>
                  <a:lnTo>
                    <a:pt x="1099" y="0"/>
                  </a:lnTo>
                  <a:lnTo>
                    <a:pt x="0" y="189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9" name="Google Shape;13439;p34">
              <a:extLst>
                <a:ext uri="{FF2B5EF4-FFF2-40B4-BE49-F238E27FC236}">
                  <a16:creationId xmlns:a16="http://schemas.microsoft.com/office/drawing/2014/main" id="{212889E9-6D7C-97A8-4DD5-EB9B68B406E1}"/>
                </a:ext>
              </a:extLst>
            </p:cNvPr>
            <p:cNvSpPr/>
            <p:nvPr/>
          </p:nvSpPr>
          <p:spPr>
            <a:xfrm rot="3331772" flipH="1">
              <a:off x="8036047" y="837811"/>
              <a:ext cx="202536" cy="198201"/>
            </a:xfrm>
            <a:custGeom>
              <a:avLst/>
              <a:gdLst/>
              <a:ahLst/>
              <a:cxnLst/>
              <a:rect l="l" t="t" r="r" b="b"/>
              <a:pathLst>
                <a:path w="3037" h="2972" extrusionOk="0">
                  <a:moveTo>
                    <a:pt x="3037" y="1120"/>
                  </a:moveTo>
                  <a:lnTo>
                    <a:pt x="1099" y="0"/>
                  </a:lnTo>
                  <a:lnTo>
                    <a:pt x="0" y="1895"/>
                  </a:lnTo>
                  <a:lnTo>
                    <a:pt x="1895" y="2972"/>
                  </a:lnTo>
                  <a:cubicBezTo>
                    <a:pt x="2520" y="2541"/>
                    <a:pt x="2929" y="1852"/>
                    <a:pt x="3037" y="112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0" name="Google Shape;13440;p34">
              <a:extLst>
                <a:ext uri="{FF2B5EF4-FFF2-40B4-BE49-F238E27FC236}">
                  <a16:creationId xmlns:a16="http://schemas.microsoft.com/office/drawing/2014/main" id="{57033F6E-0816-A120-D190-6B6EF8F58535}"/>
                </a:ext>
              </a:extLst>
            </p:cNvPr>
            <p:cNvSpPr/>
            <p:nvPr/>
          </p:nvSpPr>
          <p:spPr>
            <a:xfrm rot="3331772" flipH="1">
              <a:off x="7767321" y="694060"/>
              <a:ext cx="284431" cy="291566"/>
            </a:xfrm>
            <a:custGeom>
              <a:avLst/>
              <a:gdLst/>
              <a:ahLst/>
              <a:cxnLst/>
              <a:rect l="l" t="t" r="r" b="b"/>
              <a:pathLst>
                <a:path w="4265" h="4372" extrusionOk="0">
                  <a:moveTo>
                    <a:pt x="3942" y="1637"/>
                  </a:moveTo>
                  <a:cubicBezTo>
                    <a:pt x="3446" y="151"/>
                    <a:pt x="1401" y="0"/>
                    <a:pt x="690" y="1400"/>
                  </a:cubicBezTo>
                  <a:cubicBezTo>
                    <a:pt x="1" y="2800"/>
                    <a:pt x="1336" y="4372"/>
                    <a:pt x="2843" y="3876"/>
                  </a:cubicBezTo>
                  <a:cubicBezTo>
                    <a:pt x="3748" y="3553"/>
                    <a:pt x="4265" y="2563"/>
                    <a:pt x="3942" y="163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1" name="Google Shape;13441;p34">
              <a:extLst>
                <a:ext uri="{FF2B5EF4-FFF2-40B4-BE49-F238E27FC236}">
                  <a16:creationId xmlns:a16="http://schemas.microsoft.com/office/drawing/2014/main" id="{B0ACA07E-D89C-8355-77FC-0DB6EB173886}"/>
                </a:ext>
              </a:extLst>
            </p:cNvPr>
            <p:cNvSpPr/>
            <p:nvPr/>
          </p:nvSpPr>
          <p:spPr>
            <a:xfrm rot="3331772" flipH="1">
              <a:off x="7749472" y="687662"/>
              <a:ext cx="277295" cy="290166"/>
            </a:xfrm>
            <a:custGeom>
              <a:avLst/>
              <a:gdLst/>
              <a:ahLst/>
              <a:cxnLst/>
              <a:rect l="l" t="t" r="r" b="b"/>
              <a:pathLst>
                <a:path w="4158" h="4351" extrusionOk="0">
                  <a:moveTo>
                    <a:pt x="3640" y="1422"/>
                  </a:moveTo>
                  <a:cubicBezTo>
                    <a:pt x="3511" y="1056"/>
                    <a:pt x="3274" y="754"/>
                    <a:pt x="2973" y="539"/>
                  </a:cubicBezTo>
                  <a:cubicBezTo>
                    <a:pt x="2154" y="1"/>
                    <a:pt x="1056" y="237"/>
                    <a:pt x="518" y="1056"/>
                  </a:cubicBezTo>
                  <a:cubicBezTo>
                    <a:pt x="1" y="1874"/>
                    <a:pt x="216" y="2972"/>
                    <a:pt x="1035" y="3489"/>
                  </a:cubicBezTo>
                  <a:cubicBezTo>
                    <a:pt x="2434" y="4351"/>
                    <a:pt x="4157" y="2994"/>
                    <a:pt x="3640" y="142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2" name="Google Shape;13442;p34">
              <a:extLst>
                <a:ext uri="{FF2B5EF4-FFF2-40B4-BE49-F238E27FC236}">
                  <a16:creationId xmlns:a16="http://schemas.microsoft.com/office/drawing/2014/main" id="{ED98C913-4EBF-D934-95E0-CE68223CC518}"/>
                </a:ext>
              </a:extLst>
            </p:cNvPr>
            <p:cNvSpPr/>
            <p:nvPr/>
          </p:nvSpPr>
          <p:spPr>
            <a:xfrm rot="3331772" flipH="1">
              <a:off x="8774554" y="1149893"/>
              <a:ext cx="527114" cy="528581"/>
            </a:xfrm>
            <a:custGeom>
              <a:avLst/>
              <a:gdLst/>
              <a:ahLst/>
              <a:cxnLst/>
              <a:rect l="l" t="t" r="r" b="b"/>
              <a:pathLst>
                <a:path w="7904" h="7926" extrusionOk="0">
                  <a:moveTo>
                    <a:pt x="3166" y="453"/>
                  </a:moveTo>
                  <a:cubicBezTo>
                    <a:pt x="5104" y="1"/>
                    <a:pt x="7042" y="1228"/>
                    <a:pt x="7472" y="3167"/>
                  </a:cubicBezTo>
                  <a:cubicBezTo>
                    <a:pt x="7903" y="5105"/>
                    <a:pt x="6697" y="7043"/>
                    <a:pt x="4759" y="7473"/>
                  </a:cubicBezTo>
                  <a:cubicBezTo>
                    <a:pt x="2800" y="7926"/>
                    <a:pt x="883" y="6698"/>
                    <a:pt x="452" y="4760"/>
                  </a:cubicBezTo>
                  <a:cubicBezTo>
                    <a:pt x="0" y="2822"/>
                    <a:pt x="1228" y="884"/>
                    <a:pt x="3166" y="4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3" name="Google Shape;13443;p34">
              <a:extLst>
                <a:ext uri="{FF2B5EF4-FFF2-40B4-BE49-F238E27FC236}">
                  <a16:creationId xmlns:a16="http://schemas.microsoft.com/office/drawing/2014/main" id="{2339A76D-C777-765B-2AC0-DA9B6943A238}"/>
                </a:ext>
              </a:extLst>
            </p:cNvPr>
            <p:cNvSpPr/>
            <p:nvPr/>
          </p:nvSpPr>
          <p:spPr>
            <a:xfrm rot="3331772" flipH="1">
              <a:off x="8770383" y="1172151"/>
              <a:ext cx="499838" cy="475429"/>
            </a:xfrm>
            <a:custGeom>
              <a:avLst/>
              <a:gdLst/>
              <a:ahLst/>
              <a:cxnLst/>
              <a:rect l="l" t="t" r="r" b="b"/>
              <a:pathLst>
                <a:path w="7495" h="7129" extrusionOk="0">
                  <a:moveTo>
                    <a:pt x="6224" y="969"/>
                  </a:moveTo>
                  <a:cubicBezTo>
                    <a:pt x="6633" y="1422"/>
                    <a:pt x="6913" y="1982"/>
                    <a:pt x="7063" y="2585"/>
                  </a:cubicBezTo>
                  <a:cubicBezTo>
                    <a:pt x="7494" y="4523"/>
                    <a:pt x="6267" y="6461"/>
                    <a:pt x="4329" y="6891"/>
                  </a:cubicBezTo>
                  <a:cubicBezTo>
                    <a:pt x="3252" y="7128"/>
                    <a:pt x="2132" y="6870"/>
                    <a:pt x="1271" y="6181"/>
                  </a:cubicBezTo>
                  <a:cubicBezTo>
                    <a:pt x="862" y="5707"/>
                    <a:pt x="560" y="5147"/>
                    <a:pt x="431" y="4566"/>
                  </a:cubicBezTo>
                  <a:cubicBezTo>
                    <a:pt x="0" y="2606"/>
                    <a:pt x="1206" y="690"/>
                    <a:pt x="3144" y="259"/>
                  </a:cubicBezTo>
                  <a:cubicBezTo>
                    <a:pt x="4221" y="0"/>
                    <a:pt x="5362" y="280"/>
                    <a:pt x="6224" y="9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4" name="Google Shape;13444;p34">
              <a:extLst>
                <a:ext uri="{FF2B5EF4-FFF2-40B4-BE49-F238E27FC236}">
                  <a16:creationId xmlns:a16="http://schemas.microsoft.com/office/drawing/2014/main" id="{4519FF22-3357-CE94-BF25-F5D7AFAE65C7}"/>
                </a:ext>
              </a:extLst>
            </p:cNvPr>
            <p:cNvSpPr/>
            <p:nvPr/>
          </p:nvSpPr>
          <p:spPr>
            <a:xfrm rot="3331772" flipH="1">
              <a:off x="8856178" y="1246629"/>
              <a:ext cx="304504" cy="304504"/>
            </a:xfrm>
            <a:custGeom>
              <a:avLst/>
              <a:gdLst/>
              <a:ahLst/>
              <a:cxnLst/>
              <a:rect l="l" t="t" r="r" b="b"/>
              <a:pathLst>
                <a:path w="4566" h="4566" extrusionOk="0">
                  <a:moveTo>
                    <a:pt x="1831" y="259"/>
                  </a:moveTo>
                  <a:cubicBezTo>
                    <a:pt x="2951" y="1"/>
                    <a:pt x="4070" y="690"/>
                    <a:pt x="4329" y="1831"/>
                  </a:cubicBezTo>
                  <a:cubicBezTo>
                    <a:pt x="4566" y="2951"/>
                    <a:pt x="3877" y="4049"/>
                    <a:pt x="2735" y="4307"/>
                  </a:cubicBezTo>
                  <a:cubicBezTo>
                    <a:pt x="1615" y="4566"/>
                    <a:pt x="517" y="3855"/>
                    <a:pt x="259" y="2735"/>
                  </a:cubicBezTo>
                  <a:cubicBezTo>
                    <a:pt x="0" y="1616"/>
                    <a:pt x="711" y="496"/>
                    <a:pt x="1831" y="2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5" name="Google Shape;13445;p34">
              <a:extLst>
                <a:ext uri="{FF2B5EF4-FFF2-40B4-BE49-F238E27FC236}">
                  <a16:creationId xmlns:a16="http://schemas.microsoft.com/office/drawing/2014/main" id="{343777C2-85F7-72C1-4408-3C47CFFB09E1}"/>
                </a:ext>
              </a:extLst>
            </p:cNvPr>
            <p:cNvSpPr/>
            <p:nvPr/>
          </p:nvSpPr>
          <p:spPr>
            <a:xfrm rot="3331772" flipH="1">
              <a:off x="8885173" y="1261957"/>
              <a:ext cx="305905" cy="304504"/>
            </a:xfrm>
            <a:custGeom>
              <a:avLst/>
              <a:gdLst/>
              <a:ahLst/>
              <a:cxnLst/>
              <a:rect l="l" t="t" r="r" b="b"/>
              <a:pathLst>
                <a:path w="4587" h="4566" extrusionOk="0">
                  <a:moveTo>
                    <a:pt x="1831" y="259"/>
                  </a:moveTo>
                  <a:cubicBezTo>
                    <a:pt x="2950" y="1"/>
                    <a:pt x="4070" y="711"/>
                    <a:pt x="4329" y="1831"/>
                  </a:cubicBezTo>
                  <a:cubicBezTo>
                    <a:pt x="4587" y="2951"/>
                    <a:pt x="3876" y="4071"/>
                    <a:pt x="2757" y="4308"/>
                  </a:cubicBezTo>
                  <a:cubicBezTo>
                    <a:pt x="1637" y="4566"/>
                    <a:pt x="517" y="3855"/>
                    <a:pt x="259" y="2736"/>
                  </a:cubicBezTo>
                  <a:cubicBezTo>
                    <a:pt x="0" y="1616"/>
                    <a:pt x="711" y="496"/>
                    <a:pt x="1831" y="2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6" name="Google Shape;13446;p34">
              <a:extLst>
                <a:ext uri="{FF2B5EF4-FFF2-40B4-BE49-F238E27FC236}">
                  <a16:creationId xmlns:a16="http://schemas.microsoft.com/office/drawing/2014/main" id="{AFB3D965-C715-CB16-05ED-43CC31E624BE}"/>
                </a:ext>
              </a:extLst>
            </p:cNvPr>
            <p:cNvSpPr/>
            <p:nvPr/>
          </p:nvSpPr>
          <p:spPr>
            <a:xfrm rot="3331772" flipH="1">
              <a:off x="8883748" y="1274666"/>
              <a:ext cx="271426" cy="262890"/>
            </a:xfrm>
            <a:custGeom>
              <a:avLst/>
              <a:gdLst/>
              <a:ahLst/>
              <a:cxnLst/>
              <a:rect l="l" t="t" r="r" b="b"/>
              <a:pathLst>
                <a:path w="4070" h="3942" extrusionOk="0">
                  <a:moveTo>
                    <a:pt x="3122" y="216"/>
                  </a:moveTo>
                  <a:cubicBezTo>
                    <a:pt x="3467" y="496"/>
                    <a:pt x="3725" y="905"/>
                    <a:pt x="3812" y="1357"/>
                  </a:cubicBezTo>
                  <a:cubicBezTo>
                    <a:pt x="4070" y="2477"/>
                    <a:pt x="3359" y="3597"/>
                    <a:pt x="2240" y="3834"/>
                  </a:cubicBezTo>
                  <a:cubicBezTo>
                    <a:pt x="1809" y="3941"/>
                    <a:pt x="1357" y="3898"/>
                    <a:pt x="948" y="3704"/>
                  </a:cubicBezTo>
                  <a:cubicBezTo>
                    <a:pt x="581" y="3403"/>
                    <a:pt x="345" y="3015"/>
                    <a:pt x="237" y="2563"/>
                  </a:cubicBezTo>
                  <a:cubicBezTo>
                    <a:pt x="0" y="1443"/>
                    <a:pt x="689" y="345"/>
                    <a:pt x="1809" y="87"/>
                  </a:cubicBezTo>
                  <a:cubicBezTo>
                    <a:pt x="2240" y="0"/>
                    <a:pt x="2713" y="43"/>
                    <a:pt x="3122" y="216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7" name="Google Shape;13447;p34">
              <a:extLst>
                <a:ext uri="{FF2B5EF4-FFF2-40B4-BE49-F238E27FC236}">
                  <a16:creationId xmlns:a16="http://schemas.microsoft.com/office/drawing/2014/main" id="{D3E18B3E-30B3-FEAB-B2B5-5A76C72F5260}"/>
                </a:ext>
              </a:extLst>
            </p:cNvPr>
            <p:cNvSpPr/>
            <p:nvPr/>
          </p:nvSpPr>
          <p:spPr>
            <a:xfrm rot="3331772" flipH="1">
              <a:off x="8907416" y="1287899"/>
              <a:ext cx="251353" cy="245617"/>
            </a:xfrm>
            <a:custGeom>
              <a:avLst/>
              <a:gdLst/>
              <a:ahLst/>
              <a:cxnLst/>
              <a:rect l="l" t="t" r="r" b="b"/>
              <a:pathLst>
                <a:path w="3769" h="3683" extrusionOk="0">
                  <a:moveTo>
                    <a:pt x="754" y="3510"/>
                  </a:moveTo>
                  <a:cubicBezTo>
                    <a:pt x="496" y="3252"/>
                    <a:pt x="324" y="2929"/>
                    <a:pt x="259" y="2563"/>
                  </a:cubicBezTo>
                  <a:cubicBezTo>
                    <a:pt x="0" y="1443"/>
                    <a:pt x="711" y="345"/>
                    <a:pt x="1831" y="87"/>
                  </a:cubicBezTo>
                  <a:cubicBezTo>
                    <a:pt x="2240" y="0"/>
                    <a:pt x="2649" y="22"/>
                    <a:pt x="3037" y="173"/>
                  </a:cubicBezTo>
                  <a:cubicBezTo>
                    <a:pt x="3274" y="453"/>
                    <a:pt x="3446" y="776"/>
                    <a:pt x="3511" y="1120"/>
                  </a:cubicBezTo>
                  <a:cubicBezTo>
                    <a:pt x="3769" y="2240"/>
                    <a:pt x="3058" y="3338"/>
                    <a:pt x="1939" y="3597"/>
                  </a:cubicBezTo>
                  <a:cubicBezTo>
                    <a:pt x="1551" y="3683"/>
                    <a:pt x="1120" y="3640"/>
                    <a:pt x="754" y="3510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8" name="Google Shape;13448;p34">
              <a:extLst>
                <a:ext uri="{FF2B5EF4-FFF2-40B4-BE49-F238E27FC236}">
                  <a16:creationId xmlns:a16="http://schemas.microsoft.com/office/drawing/2014/main" id="{C81D5044-E4CF-3722-E203-D885591A803C}"/>
                </a:ext>
              </a:extLst>
            </p:cNvPr>
            <p:cNvSpPr/>
            <p:nvPr/>
          </p:nvSpPr>
          <p:spPr>
            <a:xfrm rot="3331772" flipH="1">
              <a:off x="8069427" y="802729"/>
              <a:ext cx="406539" cy="406472"/>
            </a:xfrm>
            <a:custGeom>
              <a:avLst/>
              <a:gdLst/>
              <a:ahLst/>
              <a:cxnLst/>
              <a:rect l="l" t="t" r="r" b="b"/>
              <a:pathLst>
                <a:path w="6096" h="6095" extrusionOk="0">
                  <a:moveTo>
                    <a:pt x="2219" y="453"/>
                  </a:moveTo>
                  <a:cubicBezTo>
                    <a:pt x="3662" y="0"/>
                    <a:pt x="5191" y="797"/>
                    <a:pt x="5643" y="2219"/>
                  </a:cubicBezTo>
                  <a:cubicBezTo>
                    <a:pt x="6095" y="3661"/>
                    <a:pt x="5320" y="5190"/>
                    <a:pt x="3877" y="5642"/>
                  </a:cubicBezTo>
                  <a:cubicBezTo>
                    <a:pt x="2434" y="6095"/>
                    <a:pt x="905" y="5319"/>
                    <a:pt x="453" y="3877"/>
                  </a:cubicBezTo>
                  <a:cubicBezTo>
                    <a:pt x="1" y="2434"/>
                    <a:pt x="776" y="905"/>
                    <a:pt x="2219" y="4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9" name="Google Shape;13449;p34">
              <a:extLst>
                <a:ext uri="{FF2B5EF4-FFF2-40B4-BE49-F238E27FC236}">
                  <a16:creationId xmlns:a16="http://schemas.microsoft.com/office/drawing/2014/main" id="{979B1454-E319-4854-BE32-F679303B49A6}"/>
                </a:ext>
              </a:extLst>
            </p:cNvPr>
            <p:cNvSpPr/>
            <p:nvPr/>
          </p:nvSpPr>
          <p:spPr>
            <a:xfrm rot="3331772" flipH="1">
              <a:off x="8067008" y="820259"/>
              <a:ext cx="384998" cy="363391"/>
            </a:xfrm>
            <a:custGeom>
              <a:avLst/>
              <a:gdLst/>
              <a:ahLst/>
              <a:cxnLst/>
              <a:rect l="l" t="t" r="r" b="b"/>
              <a:pathLst>
                <a:path w="5773" h="5449" extrusionOk="0">
                  <a:moveTo>
                    <a:pt x="4588" y="604"/>
                  </a:moveTo>
                  <a:cubicBezTo>
                    <a:pt x="4932" y="927"/>
                    <a:pt x="5191" y="1336"/>
                    <a:pt x="5320" y="1767"/>
                  </a:cubicBezTo>
                  <a:cubicBezTo>
                    <a:pt x="5772" y="3209"/>
                    <a:pt x="4997" y="4738"/>
                    <a:pt x="3554" y="5190"/>
                  </a:cubicBezTo>
                  <a:cubicBezTo>
                    <a:pt x="2757" y="5449"/>
                    <a:pt x="1874" y="5320"/>
                    <a:pt x="1185" y="4846"/>
                  </a:cubicBezTo>
                  <a:cubicBezTo>
                    <a:pt x="841" y="4523"/>
                    <a:pt x="582" y="4114"/>
                    <a:pt x="453" y="3683"/>
                  </a:cubicBezTo>
                  <a:cubicBezTo>
                    <a:pt x="1" y="2240"/>
                    <a:pt x="798" y="711"/>
                    <a:pt x="2219" y="259"/>
                  </a:cubicBezTo>
                  <a:cubicBezTo>
                    <a:pt x="3016" y="1"/>
                    <a:pt x="3899" y="130"/>
                    <a:pt x="4588" y="6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0" name="Google Shape;13450;p34">
              <a:extLst>
                <a:ext uri="{FF2B5EF4-FFF2-40B4-BE49-F238E27FC236}">
                  <a16:creationId xmlns:a16="http://schemas.microsoft.com/office/drawing/2014/main" id="{2C814012-8A69-41B7-B8BB-51376F92A3A7}"/>
                </a:ext>
              </a:extLst>
            </p:cNvPr>
            <p:cNvSpPr/>
            <p:nvPr/>
          </p:nvSpPr>
          <p:spPr>
            <a:xfrm rot="3331772" flipH="1">
              <a:off x="8133193" y="873591"/>
              <a:ext cx="235614" cy="237014"/>
            </a:xfrm>
            <a:custGeom>
              <a:avLst/>
              <a:gdLst/>
              <a:ahLst/>
              <a:cxnLst/>
              <a:rect l="l" t="t" r="r" b="b"/>
              <a:pathLst>
                <a:path w="3533" h="3554" extrusionOk="0">
                  <a:moveTo>
                    <a:pt x="1292" y="281"/>
                  </a:moveTo>
                  <a:cubicBezTo>
                    <a:pt x="2111" y="1"/>
                    <a:pt x="2994" y="475"/>
                    <a:pt x="3274" y="1293"/>
                  </a:cubicBezTo>
                  <a:cubicBezTo>
                    <a:pt x="3532" y="2133"/>
                    <a:pt x="3080" y="3016"/>
                    <a:pt x="2240" y="3274"/>
                  </a:cubicBezTo>
                  <a:cubicBezTo>
                    <a:pt x="1400" y="3554"/>
                    <a:pt x="517" y="3080"/>
                    <a:pt x="259" y="2262"/>
                  </a:cubicBezTo>
                  <a:cubicBezTo>
                    <a:pt x="0" y="1422"/>
                    <a:pt x="453" y="539"/>
                    <a:pt x="1292" y="2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1" name="Google Shape;13451;p34">
              <a:extLst>
                <a:ext uri="{FF2B5EF4-FFF2-40B4-BE49-F238E27FC236}">
                  <a16:creationId xmlns:a16="http://schemas.microsoft.com/office/drawing/2014/main" id="{3D93CCEA-C479-63C0-237A-1DE1B111C62E}"/>
                </a:ext>
              </a:extLst>
            </p:cNvPr>
            <p:cNvSpPr/>
            <p:nvPr/>
          </p:nvSpPr>
          <p:spPr>
            <a:xfrm rot="3331772" flipH="1">
              <a:off x="8153582" y="888572"/>
              <a:ext cx="237014" cy="235614"/>
            </a:xfrm>
            <a:custGeom>
              <a:avLst/>
              <a:gdLst/>
              <a:ahLst/>
              <a:cxnLst/>
              <a:rect l="l" t="t" r="r" b="b"/>
              <a:pathLst>
                <a:path w="3554" h="3533" extrusionOk="0">
                  <a:moveTo>
                    <a:pt x="1292" y="259"/>
                  </a:moveTo>
                  <a:cubicBezTo>
                    <a:pt x="2132" y="1"/>
                    <a:pt x="3015" y="453"/>
                    <a:pt x="3274" y="1271"/>
                  </a:cubicBezTo>
                  <a:cubicBezTo>
                    <a:pt x="3553" y="2111"/>
                    <a:pt x="3080" y="2994"/>
                    <a:pt x="2261" y="3252"/>
                  </a:cubicBezTo>
                  <a:cubicBezTo>
                    <a:pt x="1422" y="3532"/>
                    <a:pt x="539" y="3058"/>
                    <a:pt x="280" y="2240"/>
                  </a:cubicBezTo>
                  <a:cubicBezTo>
                    <a:pt x="0" y="1400"/>
                    <a:pt x="474" y="517"/>
                    <a:pt x="1292" y="2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2" name="Google Shape;13452;p34">
              <a:extLst>
                <a:ext uri="{FF2B5EF4-FFF2-40B4-BE49-F238E27FC236}">
                  <a16:creationId xmlns:a16="http://schemas.microsoft.com/office/drawing/2014/main" id="{24AA7E6A-7345-CD03-11F7-64B75D3AD2EA}"/>
                </a:ext>
              </a:extLst>
            </p:cNvPr>
            <p:cNvSpPr/>
            <p:nvPr/>
          </p:nvSpPr>
          <p:spPr>
            <a:xfrm rot="3331772" flipH="1">
              <a:off x="8154453" y="898451"/>
              <a:ext cx="211206" cy="201069"/>
            </a:xfrm>
            <a:custGeom>
              <a:avLst/>
              <a:gdLst/>
              <a:ahLst/>
              <a:cxnLst/>
              <a:rect l="l" t="t" r="r" b="b"/>
              <a:pathLst>
                <a:path w="3167" h="3015" extrusionOk="0">
                  <a:moveTo>
                    <a:pt x="2305" y="129"/>
                  </a:moveTo>
                  <a:cubicBezTo>
                    <a:pt x="2585" y="323"/>
                    <a:pt x="2779" y="603"/>
                    <a:pt x="2887" y="926"/>
                  </a:cubicBezTo>
                  <a:cubicBezTo>
                    <a:pt x="3166" y="1766"/>
                    <a:pt x="2693" y="2649"/>
                    <a:pt x="1874" y="2907"/>
                  </a:cubicBezTo>
                  <a:cubicBezTo>
                    <a:pt x="1551" y="3015"/>
                    <a:pt x="1185" y="3015"/>
                    <a:pt x="862" y="2907"/>
                  </a:cubicBezTo>
                  <a:cubicBezTo>
                    <a:pt x="582" y="2692"/>
                    <a:pt x="389" y="2412"/>
                    <a:pt x="281" y="2089"/>
                  </a:cubicBezTo>
                  <a:cubicBezTo>
                    <a:pt x="1" y="1249"/>
                    <a:pt x="475" y="366"/>
                    <a:pt x="1293" y="108"/>
                  </a:cubicBezTo>
                  <a:cubicBezTo>
                    <a:pt x="1616" y="0"/>
                    <a:pt x="1982" y="0"/>
                    <a:pt x="2305" y="12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3" name="Google Shape;13453;p34">
              <a:extLst>
                <a:ext uri="{FF2B5EF4-FFF2-40B4-BE49-F238E27FC236}">
                  <a16:creationId xmlns:a16="http://schemas.microsoft.com/office/drawing/2014/main" id="{03261B1C-BF22-3FE4-E6E1-3C58B8D032C3}"/>
                </a:ext>
              </a:extLst>
            </p:cNvPr>
            <p:cNvSpPr/>
            <p:nvPr/>
          </p:nvSpPr>
          <p:spPr>
            <a:xfrm rot="3331772" flipH="1">
              <a:off x="8172654" y="908033"/>
              <a:ext cx="194000" cy="189598"/>
            </a:xfrm>
            <a:custGeom>
              <a:avLst/>
              <a:gdLst/>
              <a:ahLst/>
              <a:cxnLst/>
              <a:rect l="l" t="t" r="r" b="b"/>
              <a:pathLst>
                <a:path w="2909" h="2843" extrusionOk="0">
                  <a:moveTo>
                    <a:pt x="712" y="2778"/>
                  </a:moveTo>
                  <a:cubicBezTo>
                    <a:pt x="496" y="2584"/>
                    <a:pt x="367" y="2347"/>
                    <a:pt x="281" y="2089"/>
                  </a:cubicBezTo>
                  <a:cubicBezTo>
                    <a:pt x="1" y="1249"/>
                    <a:pt x="475" y="366"/>
                    <a:pt x="1293" y="108"/>
                  </a:cubicBezTo>
                  <a:cubicBezTo>
                    <a:pt x="1594" y="22"/>
                    <a:pt x="1918" y="0"/>
                    <a:pt x="2219" y="86"/>
                  </a:cubicBezTo>
                  <a:cubicBezTo>
                    <a:pt x="2413" y="280"/>
                    <a:pt x="2564" y="517"/>
                    <a:pt x="2650" y="775"/>
                  </a:cubicBezTo>
                  <a:cubicBezTo>
                    <a:pt x="2908" y="1615"/>
                    <a:pt x="2456" y="2498"/>
                    <a:pt x="1616" y="2756"/>
                  </a:cubicBezTo>
                  <a:cubicBezTo>
                    <a:pt x="1315" y="2843"/>
                    <a:pt x="1013" y="2843"/>
                    <a:pt x="712" y="2756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4" name="Google Shape;13454;p34">
              <a:extLst>
                <a:ext uri="{FF2B5EF4-FFF2-40B4-BE49-F238E27FC236}">
                  <a16:creationId xmlns:a16="http://schemas.microsoft.com/office/drawing/2014/main" id="{9CBA6726-C8AC-B08E-5E3C-5995833AD190}"/>
                </a:ext>
              </a:extLst>
            </p:cNvPr>
            <p:cNvSpPr/>
            <p:nvPr/>
          </p:nvSpPr>
          <p:spPr>
            <a:xfrm rot="3331772" flipH="1">
              <a:off x="7807881" y="746340"/>
              <a:ext cx="165257" cy="169525"/>
            </a:xfrm>
            <a:custGeom>
              <a:avLst/>
              <a:gdLst/>
              <a:ahLst/>
              <a:cxnLst/>
              <a:rect l="l" t="t" r="r" b="b"/>
              <a:pathLst>
                <a:path w="2478" h="2542" extrusionOk="0">
                  <a:moveTo>
                    <a:pt x="2305" y="948"/>
                  </a:moveTo>
                  <a:cubicBezTo>
                    <a:pt x="2003" y="87"/>
                    <a:pt x="819" y="1"/>
                    <a:pt x="410" y="819"/>
                  </a:cubicBezTo>
                  <a:cubicBezTo>
                    <a:pt x="1" y="1638"/>
                    <a:pt x="776" y="2542"/>
                    <a:pt x="1659" y="2241"/>
                  </a:cubicBezTo>
                  <a:cubicBezTo>
                    <a:pt x="2197" y="2068"/>
                    <a:pt x="2477" y="1487"/>
                    <a:pt x="2305" y="94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5" name="Google Shape;13455;p34">
              <a:extLst>
                <a:ext uri="{FF2B5EF4-FFF2-40B4-BE49-F238E27FC236}">
                  <a16:creationId xmlns:a16="http://schemas.microsoft.com/office/drawing/2014/main" id="{E41DE601-6AF3-9D92-B33C-C38DA03E1198}"/>
                </a:ext>
              </a:extLst>
            </p:cNvPr>
            <p:cNvSpPr/>
            <p:nvPr/>
          </p:nvSpPr>
          <p:spPr>
            <a:xfrm rot="3331772" flipH="1">
              <a:off x="7824901" y="752845"/>
              <a:ext cx="165190" cy="168057"/>
            </a:xfrm>
            <a:custGeom>
              <a:avLst/>
              <a:gdLst/>
              <a:ahLst/>
              <a:cxnLst/>
              <a:rect l="l" t="t" r="r" b="b"/>
              <a:pathLst>
                <a:path w="2477" h="2520" extrusionOk="0">
                  <a:moveTo>
                    <a:pt x="2305" y="948"/>
                  </a:moveTo>
                  <a:cubicBezTo>
                    <a:pt x="2003" y="86"/>
                    <a:pt x="819" y="0"/>
                    <a:pt x="410" y="797"/>
                  </a:cubicBezTo>
                  <a:cubicBezTo>
                    <a:pt x="0" y="1615"/>
                    <a:pt x="776" y="2520"/>
                    <a:pt x="1659" y="2240"/>
                  </a:cubicBezTo>
                  <a:cubicBezTo>
                    <a:pt x="2175" y="2068"/>
                    <a:pt x="2477" y="1486"/>
                    <a:pt x="2305" y="94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B6A8589-0C8A-CF94-97D7-C64C8DE83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304" y="1272794"/>
            <a:ext cx="5322203" cy="320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226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462;p50">
            <a:extLst>
              <a:ext uri="{FF2B5EF4-FFF2-40B4-BE49-F238E27FC236}">
                <a16:creationId xmlns:a16="http://schemas.microsoft.com/office/drawing/2014/main" id="{A9D0A494-CEA0-D3AE-3EFC-AB04127BC31F}"/>
              </a:ext>
            </a:extLst>
          </p:cNvPr>
          <p:cNvSpPr txBox="1">
            <a:spLocks/>
          </p:cNvSpPr>
          <p:nvPr/>
        </p:nvSpPr>
        <p:spPr>
          <a:xfrm>
            <a:off x="821701" y="1823168"/>
            <a:ext cx="537944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 b="0" i="0" u="none" strike="noStrike" cap="none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 b="0" i="0" u="none" strike="noStrike" cap="none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 b="0" i="0" u="none" strike="noStrike" cap="none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 b="0" i="0" u="none" strike="noStrike" cap="none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 b="0" i="0" u="none" strike="noStrike" cap="none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 b="0" i="0" u="none" strike="noStrike" cap="none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 b="0" i="0" u="none" strike="noStrike" cap="none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 b="0" i="0" u="none" strike="noStrike" cap="none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 b="0" i="0" u="none" strike="noStrike" cap="none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rPr lang="en-US" sz="5400" dirty="0"/>
              <a:t>Thank You</a:t>
            </a:r>
          </a:p>
        </p:txBody>
      </p:sp>
      <p:sp>
        <p:nvSpPr>
          <p:cNvPr id="4" name="Google Shape;14463;p50">
            <a:extLst>
              <a:ext uri="{FF2B5EF4-FFF2-40B4-BE49-F238E27FC236}">
                <a16:creationId xmlns:a16="http://schemas.microsoft.com/office/drawing/2014/main" id="{FD823086-0CA8-52CC-0CD6-960F282906E0}"/>
              </a:ext>
            </a:extLst>
          </p:cNvPr>
          <p:cNvSpPr txBox="1">
            <a:spLocks/>
          </p:cNvSpPr>
          <p:nvPr/>
        </p:nvSpPr>
        <p:spPr>
          <a:xfrm>
            <a:off x="867075" y="2651168"/>
            <a:ext cx="5288692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1100"/>
            </a:pPr>
            <a:r>
              <a:rPr lang="en-US" sz="2800" dirty="0">
                <a:solidFill>
                  <a:schemeClr val="bg1"/>
                </a:solidFill>
              </a:rPr>
              <a:t>Do you have any questions?</a:t>
            </a:r>
          </a:p>
        </p:txBody>
      </p:sp>
      <p:grpSp>
        <p:nvGrpSpPr>
          <p:cNvPr id="5" name="Google Shape;14485;p50">
            <a:extLst>
              <a:ext uri="{FF2B5EF4-FFF2-40B4-BE49-F238E27FC236}">
                <a16:creationId xmlns:a16="http://schemas.microsoft.com/office/drawing/2014/main" id="{A3C451EF-1C9E-8167-D5F1-666708524CF8}"/>
              </a:ext>
            </a:extLst>
          </p:cNvPr>
          <p:cNvGrpSpPr/>
          <p:nvPr/>
        </p:nvGrpSpPr>
        <p:grpSpPr>
          <a:xfrm>
            <a:off x="5202195" y="2480448"/>
            <a:ext cx="3876718" cy="2663055"/>
            <a:chOff x="3621478" y="1435849"/>
            <a:chExt cx="5055841" cy="3684538"/>
          </a:xfrm>
        </p:grpSpPr>
        <p:sp>
          <p:nvSpPr>
            <p:cNvPr id="6" name="Google Shape;14486;p50">
              <a:extLst>
                <a:ext uri="{FF2B5EF4-FFF2-40B4-BE49-F238E27FC236}">
                  <a16:creationId xmlns:a16="http://schemas.microsoft.com/office/drawing/2014/main" id="{4C48F9DE-2CAC-395A-F308-7E17DD6636E4}"/>
                </a:ext>
              </a:extLst>
            </p:cNvPr>
            <p:cNvSpPr/>
            <p:nvPr/>
          </p:nvSpPr>
          <p:spPr>
            <a:xfrm rot="3647001">
              <a:off x="4259163" y="2524081"/>
              <a:ext cx="211548" cy="398286"/>
            </a:xfrm>
            <a:custGeom>
              <a:avLst/>
              <a:gdLst/>
              <a:ahLst/>
              <a:cxnLst/>
              <a:rect l="l" t="t" r="r" b="b"/>
              <a:pathLst>
                <a:path w="1910" h="3596" extrusionOk="0">
                  <a:moveTo>
                    <a:pt x="0" y="1"/>
                  </a:moveTo>
                  <a:lnTo>
                    <a:pt x="0" y="3595"/>
                  </a:lnTo>
                  <a:lnTo>
                    <a:pt x="1910" y="3595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4487;p50">
              <a:extLst>
                <a:ext uri="{FF2B5EF4-FFF2-40B4-BE49-F238E27FC236}">
                  <a16:creationId xmlns:a16="http://schemas.microsoft.com/office/drawing/2014/main" id="{D8F005A3-A61E-E6A1-E9EE-D548512D2BAB}"/>
                </a:ext>
              </a:extLst>
            </p:cNvPr>
            <p:cNvSpPr/>
            <p:nvPr/>
          </p:nvSpPr>
          <p:spPr>
            <a:xfrm rot="3647001">
              <a:off x="4348774" y="2570436"/>
              <a:ext cx="211548" cy="205346"/>
            </a:xfrm>
            <a:custGeom>
              <a:avLst/>
              <a:gdLst/>
              <a:ahLst/>
              <a:cxnLst/>
              <a:rect l="l" t="t" r="r" b="b"/>
              <a:pathLst>
                <a:path w="1910" h="1854" extrusionOk="0">
                  <a:moveTo>
                    <a:pt x="0" y="57"/>
                  </a:moveTo>
                  <a:lnTo>
                    <a:pt x="0" y="1854"/>
                  </a:lnTo>
                  <a:cubicBezTo>
                    <a:pt x="169" y="1854"/>
                    <a:pt x="281" y="1854"/>
                    <a:pt x="393" y="1854"/>
                  </a:cubicBezTo>
                  <a:cubicBezTo>
                    <a:pt x="955" y="1854"/>
                    <a:pt x="1517" y="1629"/>
                    <a:pt x="1910" y="1180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4488;p50">
              <a:extLst>
                <a:ext uri="{FF2B5EF4-FFF2-40B4-BE49-F238E27FC236}">
                  <a16:creationId xmlns:a16="http://schemas.microsoft.com/office/drawing/2014/main" id="{39271DE8-AA39-744A-FEC6-486A567C16F6}"/>
                </a:ext>
              </a:extLst>
            </p:cNvPr>
            <p:cNvSpPr/>
            <p:nvPr/>
          </p:nvSpPr>
          <p:spPr>
            <a:xfrm>
              <a:off x="7414325" y="3127965"/>
              <a:ext cx="970562" cy="722691"/>
            </a:xfrm>
            <a:custGeom>
              <a:avLst/>
              <a:gdLst/>
              <a:ahLst/>
              <a:cxnLst/>
              <a:rect l="l" t="t" r="r" b="b"/>
              <a:pathLst>
                <a:path w="12975" h="9661" extrusionOk="0">
                  <a:moveTo>
                    <a:pt x="12974" y="0"/>
                  </a:moveTo>
                  <a:lnTo>
                    <a:pt x="0" y="0"/>
                  </a:lnTo>
                  <a:lnTo>
                    <a:pt x="0" y="9661"/>
                  </a:lnTo>
                  <a:lnTo>
                    <a:pt x="12974" y="96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4489;p50">
              <a:extLst>
                <a:ext uri="{FF2B5EF4-FFF2-40B4-BE49-F238E27FC236}">
                  <a16:creationId xmlns:a16="http://schemas.microsoft.com/office/drawing/2014/main" id="{66196F5B-6D6A-1D08-169E-F38252E05D19}"/>
                </a:ext>
              </a:extLst>
            </p:cNvPr>
            <p:cNvSpPr/>
            <p:nvPr/>
          </p:nvSpPr>
          <p:spPr>
            <a:xfrm>
              <a:off x="7813393" y="3850565"/>
              <a:ext cx="172345" cy="235337"/>
            </a:xfrm>
            <a:custGeom>
              <a:avLst/>
              <a:gdLst/>
              <a:ahLst/>
              <a:cxnLst/>
              <a:rect l="l" t="t" r="r" b="b"/>
              <a:pathLst>
                <a:path w="2304" h="3146" extrusionOk="0">
                  <a:moveTo>
                    <a:pt x="2304" y="1"/>
                  </a:moveTo>
                  <a:lnTo>
                    <a:pt x="1" y="1"/>
                  </a:lnTo>
                  <a:lnTo>
                    <a:pt x="1" y="3146"/>
                  </a:lnTo>
                  <a:lnTo>
                    <a:pt x="2304" y="31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4490;p50">
              <a:extLst>
                <a:ext uri="{FF2B5EF4-FFF2-40B4-BE49-F238E27FC236}">
                  <a16:creationId xmlns:a16="http://schemas.microsoft.com/office/drawing/2014/main" id="{887487D9-86F0-E766-680D-0A37FC1B4D44}"/>
                </a:ext>
              </a:extLst>
            </p:cNvPr>
            <p:cNvSpPr/>
            <p:nvPr/>
          </p:nvSpPr>
          <p:spPr>
            <a:xfrm>
              <a:off x="7813393" y="3850565"/>
              <a:ext cx="172345" cy="63061"/>
            </a:xfrm>
            <a:custGeom>
              <a:avLst/>
              <a:gdLst/>
              <a:ahLst/>
              <a:cxnLst/>
              <a:rect l="l" t="t" r="r" b="b"/>
              <a:pathLst>
                <a:path w="2304" h="843" extrusionOk="0">
                  <a:moveTo>
                    <a:pt x="2304" y="1"/>
                  </a:moveTo>
                  <a:lnTo>
                    <a:pt x="1" y="1"/>
                  </a:lnTo>
                  <a:lnTo>
                    <a:pt x="1" y="843"/>
                  </a:lnTo>
                  <a:lnTo>
                    <a:pt x="2304" y="84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4491;p50">
              <a:extLst>
                <a:ext uri="{FF2B5EF4-FFF2-40B4-BE49-F238E27FC236}">
                  <a16:creationId xmlns:a16="http://schemas.microsoft.com/office/drawing/2014/main" id="{93F98B01-F270-7B39-78EA-E0831EF2DE80}"/>
                </a:ext>
              </a:extLst>
            </p:cNvPr>
            <p:cNvSpPr/>
            <p:nvPr/>
          </p:nvSpPr>
          <p:spPr>
            <a:xfrm>
              <a:off x="7510969" y="3199328"/>
              <a:ext cx="777273" cy="579888"/>
            </a:xfrm>
            <a:custGeom>
              <a:avLst/>
              <a:gdLst/>
              <a:ahLst/>
              <a:cxnLst/>
              <a:rect l="l" t="t" r="r" b="b"/>
              <a:pathLst>
                <a:path w="10391" h="7752" extrusionOk="0">
                  <a:moveTo>
                    <a:pt x="10390" y="1"/>
                  </a:moveTo>
                  <a:lnTo>
                    <a:pt x="0" y="1"/>
                  </a:lnTo>
                  <a:lnTo>
                    <a:pt x="0" y="7752"/>
                  </a:lnTo>
                  <a:lnTo>
                    <a:pt x="10390" y="77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4492;p50">
              <a:extLst>
                <a:ext uri="{FF2B5EF4-FFF2-40B4-BE49-F238E27FC236}">
                  <a16:creationId xmlns:a16="http://schemas.microsoft.com/office/drawing/2014/main" id="{14E83AC3-1CB2-E877-A9F8-9D002DF77747}"/>
                </a:ext>
              </a:extLst>
            </p:cNvPr>
            <p:cNvSpPr/>
            <p:nvPr/>
          </p:nvSpPr>
          <p:spPr>
            <a:xfrm>
              <a:off x="6064543" y="2836404"/>
              <a:ext cx="783831" cy="1107464"/>
            </a:xfrm>
            <a:custGeom>
              <a:avLst/>
              <a:gdLst/>
              <a:ahLst/>
              <a:cxnLst/>
              <a:rect l="l" t="t" r="r" b="b"/>
              <a:pathLst>
                <a:path w="7077" h="9999" extrusionOk="0">
                  <a:moveTo>
                    <a:pt x="7077" y="1"/>
                  </a:moveTo>
                  <a:lnTo>
                    <a:pt x="0" y="1"/>
                  </a:lnTo>
                  <a:lnTo>
                    <a:pt x="0" y="9998"/>
                  </a:lnTo>
                  <a:lnTo>
                    <a:pt x="7077" y="99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4493;p50">
              <a:extLst>
                <a:ext uri="{FF2B5EF4-FFF2-40B4-BE49-F238E27FC236}">
                  <a16:creationId xmlns:a16="http://schemas.microsoft.com/office/drawing/2014/main" id="{DB2A530E-DC8B-7B20-9C6A-2D1FA481239F}"/>
                </a:ext>
              </a:extLst>
            </p:cNvPr>
            <p:cNvSpPr/>
            <p:nvPr/>
          </p:nvSpPr>
          <p:spPr>
            <a:xfrm>
              <a:off x="6064543" y="2892447"/>
              <a:ext cx="696775" cy="1051421"/>
            </a:xfrm>
            <a:custGeom>
              <a:avLst/>
              <a:gdLst/>
              <a:ahLst/>
              <a:cxnLst/>
              <a:rect l="l" t="t" r="r" b="b"/>
              <a:pathLst>
                <a:path w="6291" h="9493" extrusionOk="0">
                  <a:moveTo>
                    <a:pt x="0" y="0"/>
                  </a:moveTo>
                  <a:lnTo>
                    <a:pt x="0" y="9492"/>
                  </a:lnTo>
                  <a:lnTo>
                    <a:pt x="6291" y="9492"/>
                  </a:lnTo>
                  <a:lnTo>
                    <a:pt x="62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494;p50">
              <a:extLst>
                <a:ext uri="{FF2B5EF4-FFF2-40B4-BE49-F238E27FC236}">
                  <a16:creationId xmlns:a16="http://schemas.microsoft.com/office/drawing/2014/main" id="{8078B7D2-8639-D951-40B8-0931335B9D81}"/>
                </a:ext>
              </a:extLst>
            </p:cNvPr>
            <p:cNvSpPr/>
            <p:nvPr/>
          </p:nvSpPr>
          <p:spPr>
            <a:xfrm>
              <a:off x="6145394" y="2892447"/>
              <a:ext cx="615922" cy="1051421"/>
            </a:xfrm>
            <a:custGeom>
              <a:avLst/>
              <a:gdLst/>
              <a:ahLst/>
              <a:cxnLst/>
              <a:rect l="l" t="t" r="r" b="b"/>
              <a:pathLst>
                <a:path w="5561" h="9493" extrusionOk="0">
                  <a:moveTo>
                    <a:pt x="0" y="9492"/>
                  </a:moveTo>
                  <a:lnTo>
                    <a:pt x="5561" y="9492"/>
                  </a:lnTo>
                  <a:lnTo>
                    <a:pt x="55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4495;p50">
              <a:extLst>
                <a:ext uri="{FF2B5EF4-FFF2-40B4-BE49-F238E27FC236}">
                  <a16:creationId xmlns:a16="http://schemas.microsoft.com/office/drawing/2014/main" id="{B7D7396B-7178-B599-6B32-84F058B1151B}"/>
                </a:ext>
              </a:extLst>
            </p:cNvPr>
            <p:cNvSpPr/>
            <p:nvPr/>
          </p:nvSpPr>
          <p:spPr>
            <a:xfrm>
              <a:off x="6300895" y="3284299"/>
              <a:ext cx="261388" cy="659561"/>
            </a:xfrm>
            <a:custGeom>
              <a:avLst/>
              <a:gdLst/>
              <a:ahLst/>
              <a:cxnLst/>
              <a:rect l="l" t="t" r="r" b="b"/>
              <a:pathLst>
                <a:path w="2360" h="5955" extrusionOk="0">
                  <a:moveTo>
                    <a:pt x="0" y="5954"/>
                  </a:moveTo>
                  <a:lnTo>
                    <a:pt x="2359" y="5954"/>
                  </a:lnTo>
                  <a:lnTo>
                    <a:pt x="2359" y="1068"/>
                  </a:lnTo>
                  <a:cubicBezTo>
                    <a:pt x="2303" y="450"/>
                    <a:pt x="1798" y="1"/>
                    <a:pt x="1180" y="1"/>
                  </a:cubicBezTo>
                  <a:lnTo>
                    <a:pt x="1180" y="1"/>
                  </a:lnTo>
                  <a:cubicBezTo>
                    <a:pt x="562" y="1"/>
                    <a:pt x="57" y="450"/>
                    <a:pt x="0" y="106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4496;p50">
              <a:extLst>
                <a:ext uri="{FF2B5EF4-FFF2-40B4-BE49-F238E27FC236}">
                  <a16:creationId xmlns:a16="http://schemas.microsoft.com/office/drawing/2014/main" id="{44D69D01-C995-53C8-F7E4-5F533D1E5358}"/>
                </a:ext>
              </a:extLst>
            </p:cNvPr>
            <p:cNvSpPr/>
            <p:nvPr/>
          </p:nvSpPr>
          <p:spPr>
            <a:xfrm>
              <a:off x="5162548" y="1634987"/>
              <a:ext cx="1362428" cy="1262857"/>
            </a:xfrm>
            <a:custGeom>
              <a:avLst/>
              <a:gdLst/>
              <a:ahLst/>
              <a:cxnLst/>
              <a:rect l="l" t="t" r="r" b="b"/>
              <a:pathLst>
                <a:path w="12301" h="11402" extrusionOk="0">
                  <a:moveTo>
                    <a:pt x="0" y="3988"/>
                  </a:moveTo>
                  <a:lnTo>
                    <a:pt x="3258" y="0"/>
                  </a:lnTo>
                  <a:lnTo>
                    <a:pt x="12300" y="7414"/>
                  </a:lnTo>
                  <a:lnTo>
                    <a:pt x="9043" y="114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4497;p50">
              <a:extLst>
                <a:ext uri="{FF2B5EF4-FFF2-40B4-BE49-F238E27FC236}">
                  <a16:creationId xmlns:a16="http://schemas.microsoft.com/office/drawing/2014/main" id="{277FAF65-9D95-20A0-E27D-2524CC9E5199}"/>
                </a:ext>
              </a:extLst>
            </p:cNvPr>
            <p:cNvSpPr/>
            <p:nvPr/>
          </p:nvSpPr>
          <p:spPr>
            <a:xfrm>
              <a:off x="5174953" y="1703434"/>
              <a:ext cx="1293980" cy="1194409"/>
            </a:xfrm>
            <a:custGeom>
              <a:avLst/>
              <a:gdLst/>
              <a:ahLst/>
              <a:cxnLst/>
              <a:rect l="l" t="t" r="r" b="b"/>
              <a:pathLst>
                <a:path w="11683" h="10784" extrusionOk="0">
                  <a:moveTo>
                    <a:pt x="11683" y="7358"/>
                  </a:moveTo>
                  <a:lnTo>
                    <a:pt x="8931" y="10784"/>
                  </a:lnTo>
                  <a:lnTo>
                    <a:pt x="1" y="3426"/>
                  </a:lnTo>
                  <a:lnTo>
                    <a:pt x="27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4498;p50">
              <a:extLst>
                <a:ext uri="{FF2B5EF4-FFF2-40B4-BE49-F238E27FC236}">
                  <a16:creationId xmlns:a16="http://schemas.microsoft.com/office/drawing/2014/main" id="{40398E97-9CAE-F04F-1856-F6BAC1484EB4}"/>
                </a:ext>
              </a:extLst>
            </p:cNvPr>
            <p:cNvSpPr/>
            <p:nvPr/>
          </p:nvSpPr>
          <p:spPr>
            <a:xfrm>
              <a:off x="5224682" y="1703434"/>
              <a:ext cx="1244250" cy="1132163"/>
            </a:xfrm>
            <a:custGeom>
              <a:avLst/>
              <a:gdLst/>
              <a:ahLst/>
              <a:cxnLst/>
              <a:rect l="l" t="t" r="r" b="b"/>
              <a:pathLst>
                <a:path w="11234" h="10222" extrusionOk="0">
                  <a:moveTo>
                    <a:pt x="1" y="2864"/>
                  </a:moveTo>
                  <a:lnTo>
                    <a:pt x="2304" y="0"/>
                  </a:lnTo>
                  <a:lnTo>
                    <a:pt x="11234" y="7358"/>
                  </a:lnTo>
                  <a:lnTo>
                    <a:pt x="8931" y="10222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4499;p50">
              <a:extLst>
                <a:ext uri="{FF2B5EF4-FFF2-40B4-BE49-F238E27FC236}">
                  <a16:creationId xmlns:a16="http://schemas.microsoft.com/office/drawing/2014/main" id="{E3E44D47-104F-8617-A17B-512BBDEBD2B5}"/>
                </a:ext>
              </a:extLst>
            </p:cNvPr>
            <p:cNvSpPr/>
            <p:nvPr/>
          </p:nvSpPr>
          <p:spPr>
            <a:xfrm>
              <a:off x="4453380" y="1759365"/>
              <a:ext cx="970568" cy="1001580"/>
            </a:xfrm>
            <a:custGeom>
              <a:avLst/>
              <a:gdLst/>
              <a:ahLst/>
              <a:cxnLst/>
              <a:rect l="l" t="t" r="r" b="b"/>
              <a:pathLst>
                <a:path w="8763" h="9043" extrusionOk="0">
                  <a:moveTo>
                    <a:pt x="2865" y="9043"/>
                  </a:moveTo>
                  <a:lnTo>
                    <a:pt x="1" y="6403"/>
                  </a:lnTo>
                  <a:lnTo>
                    <a:pt x="5842" y="1"/>
                  </a:lnTo>
                  <a:lnTo>
                    <a:pt x="8762" y="26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4500;p50">
              <a:extLst>
                <a:ext uri="{FF2B5EF4-FFF2-40B4-BE49-F238E27FC236}">
                  <a16:creationId xmlns:a16="http://schemas.microsoft.com/office/drawing/2014/main" id="{EE1244B2-9F44-0FAA-4579-C3C9C3F965FE}"/>
                </a:ext>
              </a:extLst>
            </p:cNvPr>
            <p:cNvSpPr/>
            <p:nvPr/>
          </p:nvSpPr>
          <p:spPr>
            <a:xfrm>
              <a:off x="4453380" y="1759365"/>
              <a:ext cx="920727" cy="951850"/>
            </a:xfrm>
            <a:custGeom>
              <a:avLst/>
              <a:gdLst/>
              <a:ahLst/>
              <a:cxnLst/>
              <a:rect l="l" t="t" r="r" b="b"/>
              <a:pathLst>
                <a:path w="8313" h="8594" extrusionOk="0">
                  <a:moveTo>
                    <a:pt x="1" y="6403"/>
                  </a:moveTo>
                  <a:lnTo>
                    <a:pt x="5842" y="1"/>
                  </a:lnTo>
                  <a:lnTo>
                    <a:pt x="8313" y="2191"/>
                  </a:lnTo>
                  <a:lnTo>
                    <a:pt x="2416" y="859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4501;p50">
              <a:extLst>
                <a:ext uri="{FF2B5EF4-FFF2-40B4-BE49-F238E27FC236}">
                  <a16:creationId xmlns:a16="http://schemas.microsoft.com/office/drawing/2014/main" id="{DAE629FD-02DD-BBCB-9FBB-C2B3B477CB5E}"/>
                </a:ext>
              </a:extLst>
            </p:cNvPr>
            <p:cNvSpPr/>
            <p:nvPr/>
          </p:nvSpPr>
          <p:spPr>
            <a:xfrm>
              <a:off x="4944803" y="1759365"/>
              <a:ext cx="485339" cy="416891"/>
            </a:xfrm>
            <a:custGeom>
              <a:avLst/>
              <a:gdLst/>
              <a:ahLst/>
              <a:cxnLst/>
              <a:rect l="l" t="t" r="r" b="b"/>
              <a:pathLst>
                <a:path w="4382" h="3764" extrusionOk="0">
                  <a:moveTo>
                    <a:pt x="57" y="1517"/>
                  </a:moveTo>
                  <a:cubicBezTo>
                    <a:pt x="281" y="2809"/>
                    <a:pt x="1461" y="3764"/>
                    <a:pt x="2809" y="3764"/>
                  </a:cubicBezTo>
                  <a:cubicBezTo>
                    <a:pt x="2977" y="3764"/>
                    <a:pt x="3146" y="3764"/>
                    <a:pt x="3370" y="3707"/>
                  </a:cubicBezTo>
                  <a:lnTo>
                    <a:pt x="4381" y="2640"/>
                  </a:lnTo>
                  <a:lnTo>
                    <a:pt x="1405" y="1"/>
                  </a:lnTo>
                  <a:lnTo>
                    <a:pt x="1" y="151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4502;p50">
              <a:extLst>
                <a:ext uri="{FF2B5EF4-FFF2-40B4-BE49-F238E27FC236}">
                  <a16:creationId xmlns:a16="http://schemas.microsoft.com/office/drawing/2014/main" id="{BEB6851D-A08A-51BA-EAAF-F79C4D364C99}"/>
                </a:ext>
              </a:extLst>
            </p:cNvPr>
            <p:cNvSpPr/>
            <p:nvPr/>
          </p:nvSpPr>
          <p:spPr>
            <a:xfrm>
              <a:off x="5971176" y="2393882"/>
              <a:ext cx="503947" cy="503947"/>
            </a:xfrm>
            <a:custGeom>
              <a:avLst/>
              <a:gdLst/>
              <a:ahLst/>
              <a:cxnLst/>
              <a:rect l="l" t="t" r="r" b="b"/>
              <a:pathLst>
                <a:path w="4550" h="4550" extrusionOk="0">
                  <a:moveTo>
                    <a:pt x="3202" y="56"/>
                  </a:moveTo>
                  <a:cubicBezTo>
                    <a:pt x="1573" y="281"/>
                    <a:pt x="282" y="1517"/>
                    <a:pt x="1" y="3146"/>
                  </a:cubicBezTo>
                  <a:lnTo>
                    <a:pt x="1742" y="4550"/>
                  </a:lnTo>
                  <a:lnTo>
                    <a:pt x="4550" y="1124"/>
                  </a:lnTo>
                  <a:lnTo>
                    <a:pt x="3202" y="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4503;p50">
              <a:extLst>
                <a:ext uri="{FF2B5EF4-FFF2-40B4-BE49-F238E27FC236}">
                  <a16:creationId xmlns:a16="http://schemas.microsoft.com/office/drawing/2014/main" id="{11974D9C-EE2E-AD30-FC7B-D71226CA0D38}"/>
                </a:ext>
              </a:extLst>
            </p:cNvPr>
            <p:cNvSpPr/>
            <p:nvPr/>
          </p:nvSpPr>
          <p:spPr>
            <a:xfrm>
              <a:off x="6064543" y="2773329"/>
              <a:ext cx="696775" cy="535069"/>
            </a:xfrm>
            <a:custGeom>
              <a:avLst/>
              <a:gdLst/>
              <a:ahLst/>
              <a:cxnLst/>
              <a:rect l="l" t="t" r="r" b="b"/>
              <a:pathLst>
                <a:path w="6291" h="4831" extrusionOk="0">
                  <a:moveTo>
                    <a:pt x="0" y="2696"/>
                  </a:moveTo>
                  <a:cubicBezTo>
                    <a:pt x="1741" y="4830"/>
                    <a:pt x="5167" y="4381"/>
                    <a:pt x="6291" y="1798"/>
                  </a:cubicBezTo>
                  <a:lnTo>
                    <a:pt x="6291" y="10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4504;p50">
              <a:extLst>
                <a:ext uri="{FF2B5EF4-FFF2-40B4-BE49-F238E27FC236}">
                  <a16:creationId xmlns:a16="http://schemas.microsoft.com/office/drawing/2014/main" id="{15CB2834-010F-FEB1-1805-54D173631C5D}"/>
                </a:ext>
              </a:extLst>
            </p:cNvPr>
            <p:cNvSpPr/>
            <p:nvPr/>
          </p:nvSpPr>
          <p:spPr>
            <a:xfrm>
              <a:off x="5909042" y="2319233"/>
              <a:ext cx="970457" cy="964255"/>
            </a:xfrm>
            <a:custGeom>
              <a:avLst/>
              <a:gdLst/>
              <a:ahLst/>
              <a:cxnLst/>
              <a:rect l="l" t="t" r="r" b="b"/>
              <a:pathLst>
                <a:path w="8762" h="8706" extrusionOk="0">
                  <a:moveTo>
                    <a:pt x="4999" y="0"/>
                  </a:moveTo>
                  <a:cubicBezTo>
                    <a:pt x="1685" y="0"/>
                    <a:pt x="0" y="4044"/>
                    <a:pt x="2359" y="6347"/>
                  </a:cubicBezTo>
                  <a:cubicBezTo>
                    <a:pt x="4718" y="8706"/>
                    <a:pt x="8762" y="7077"/>
                    <a:pt x="8762" y="3707"/>
                  </a:cubicBezTo>
                  <a:cubicBezTo>
                    <a:pt x="8762" y="1685"/>
                    <a:pt x="7077" y="0"/>
                    <a:pt x="49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4505;p50">
              <a:extLst>
                <a:ext uri="{FF2B5EF4-FFF2-40B4-BE49-F238E27FC236}">
                  <a16:creationId xmlns:a16="http://schemas.microsoft.com/office/drawing/2014/main" id="{3DD1170F-C89B-B3D6-C825-A6503864A447}"/>
                </a:ext>
              </a:extLst>
            </p:cNvPr>
            <p:cNvSpPr/>
            <p:nvPr/>
          </p:nvSpPr>
          <p:spPr>
            <a:xfrm>
              <a:off x="5852999" y="2126408"/>
              <a:ext cx="1188206" cy="1262857"/>
            </a:xfrm>
            <a:custGeom>
              <a:avLst/>
              <a:gdLst/>
              <a:ahLst/>
              <a:cxnLst/>
              <a:rect l="l" t="t" r="r" b="b"/>
              <a:pathLst>
                <a:path w="10728" h="11402" extrusionOk="0">
                  <a:moveTo>
                    <a:pt x="2247" y="3651"/>
                  </a:moveTo>
                  <a:cubicBezTo>
                    <a:pt x="1" y="7695"/>
                    <a:pt x="5617" y="11402"/>
                    <a:pt x="8481" y="7751"/>
                  </a:cubicBezTo>
                  <a:cubicBezTo>
                    <a:pt x="10728" y="3763"/>
                    <a:pt x="5112" y="0"/>
                    <a:pt x="2247" y="3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4506;p50">
              <a:extLst>
                <a:ext uri="{FF2B5EF4-FFF2-40B4-BE49-F238E27FC236}">
                  <a16:creationId xmlns:a16="http://schemas.microsoft.com/office/drawing/2014/main" id="{5693FC22-7E2F-4756-9D7B-B9D4509C343E}"/>
                </a:ext>
              </a:extLst>
            </p:cNvPr>
            <p:cNvSpPr/>
            <p:nvPr/>
          </p:nvSpPr>
          <p:spPr>
            <a:xfrm>
              <a:off x="6101867" y="2530665"/>
              <a:ext cx="559879" cy="559990"/>
            </a:xfrm>
            <a:custGeom>
              <a:avLst/>
              <a:gdLst/>
              <a:ahLst/>
              <a:cxnLst/>
              <a:rect l="l" t="t" r="r" b="b"/>
              <a:pathLst>
                <a:path w="5055" h="5056" extrusionOk="0">
                  <a:moveTo>
                    <a:pt x="2865" y="1"/>
                  </a:moveTo>
                  <a:cubicBezTo>
                    <a:pt x="955" y="1"/>
                    <a:pt x="0" y="2304"/>
                    <a:pt x="1348" y="3708"/>
                  </a:cubicBezTo>
                  <a:cubicBezTo>
                    <a:pt x="2696" y="5056"/>
                    <a:pt x="5055" y="4101"/>
                    <a:pt x="5055" y="2191"/>
                  </a:cubicBezTo>
                  <a:cubicBezTo>
                    <a:pt x="5055" y="956"/>
                    <a:pt x="4044" y="1"/>
                    <a:pt x="2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4507;p50">
              <a:extLst>
                <a:ext uri="{FF2B5EF4-FFF2-40B4-BE49-F238E27FC236}">
                  <a16:creationId xmlns:a16="http://schemas.microsoft.com/office/drawing/2014/main" id="{76B1B38E-2F4D-DD59-F72C-7EA2E29758B0}"/>
                </a:ext>
              </a:extLst>
            </p:cNvPr>
            <p:cNvSpPr/>
            <p:nvPr/>
          </p:nvSpPr>
          <p:spPr>
            <a:xfrm>
              <a:off x="6145394" y="2493340"/>
              <a:ext cx="559990" cy="559990"/>
            </a:xfrm>
            <a:custGeom>
              <a:avLst/>
              <a:gdLst/>
              <a:ahLst/>
              <a:cxnLst/>
              <a:rect l="l" t="t" r="r" b="b"/>
              <a:pathLst>
                <a:path w="5056" h="5056" extrusionOk="0">
                  <a:moveTo>
                    <a:pt x="2865" y="1"/>
                  </a:moveTo>
                  <a:cubicBezTo>
                    <a:pt x="955" y="1"/>
                    <a:pt x="0" y="2304"/>
                    <a:pt x="1348" y="3708"/>
                  </a:cubicBezTo>
                  <a:cubicBezTo>
                    <a:pt x="2696" y="5056"/>
                    <a:pt x="5055" y="4101"/>
                    <a:pt x="5055" y="2135"/>
                  </a:cubicBezTo>
                  <a:cubicBezTo>
                    <a:pt x="5055" y="956"/>
                    <a:pt x="4100" y="1"/>
                    <a:pt x="28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4508;p50">
              <a:extLst>
                <a:ext uri="{FF2B5EF4-FFF2-40B4-BE49-F238E27FC236}">
                  <a16:creationId xmlns:a16="http://schemas.microsoft.com/office/drawing/2014/main" id="{D51FC821-E848-1A11-9D2C-DF442809D583}"/>
                </a:ext>
              </a:extLst>
            </p:cNvPr>
            <p:cNvSpPr/>
            <p:nvPr/>
          </p:nvSpPr>
          <p:spPr>
            <a:xfrm>
              <a:off x="6207528" y="2512058"/>
              <a:ext cx="528867" cy="541272"/>
            </a:xfrm>
            <a:custGeom>
              <a:avLst/>
              <a:gdLst/>
              <a:ahLst/>
              <a:cxnLst/>
              <a:rect l="l" t="t" r="r" b="b"/>
              <a:pathLst>
                <a:path w="4775" h="4887" extrusionOk="0">
                  <a:moveTo>
                    <a:pt x="619" y="674"/>
                  </a:moveTo>
                  <a:cubicBezTo>
                    <a:pt x="338" y="1068"/>
                    <a:pt x="169" y="1517"/>
                    <a:pt x="169" y="1966"/>
                  </a:cubicBezTo>
                  <a:cubicBezTo>
                    <a:pt x="1" y="3820"/>
                    <a:pt x="2191" y="4887"/>
                    <a:pt x="3483" y="3539"/>
                  </a:cubicBezTo>
                  <a:cubicBezTo>
                    <a:pt x="4775" y="2247"/>
                    <a:pt x="3708" y="0"/>
                    <a:pt x="1911" y="225"/>
                  </a:cubicBezTo>
                  <a:cubicBezTo>
                    <a:pt x="1405" y="225"/>
                    <a:pt x="956" y="394"/>
                    <a:pt x="619" y="67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4509;p50">
              <a:extLst>
                <a:ext uri="{FF2B5EF4-FFF2-40B4-BE49-F238E27FC236}">
                  <a16:creationId xmlns:a16="http://schemas.microsoft.com/office/drawing/2014/main" id="{6E9124E1-E26C-77AC-9D83-83647AD69AC4}"/>
                </a:ext>
              </a:extLst>
            </p:cNvPr>
            <p:cNvSpPr/>
            <p:nvPr/>
          </p:nvSpPr>
          <p:spPr>
            <a:xfrm>
              <a:off x="6251166" y="2474733"/>
              <a:ext cx="404376" cy="528867"/>
            </a:xfrm>
            <a:custGeom>
              <a:avLst/>
              <a:gdLst/>
              <a:ahLst/>
              <a:cxnLst/>
              <a:rect l="l" t="t" r="r" b="b"/>
              <a:pathLst>
                <a:path w="3651" h="4775" extrusionOk="0">
                  <a:moveTo>
                    <a:pt x="3370" y="3820"/>
                  </a:moveTo>
                  <a:cubicBezTo>
                    <a:pt x="3538" y="3483"/>
                    <a:pt x="3651" y="3146"/>
                    <a:pt x="3651" y="2752"/>
                  </a:cubicBezTo>
                  <a:cubicBezTo>
                    <a:pt x="3651" y="1011"/>
                    <a:pt x="1741" y="0"/>
                    <a:pt x="281" y="955"/>
                  </a:cubicBezTo>
                  <a:cubicBezTo>
                    <a:pt x="112" y="1292"/>
                    <a:pt x="0" y="1629"/>
                    <a:pt x="0" y="2022"/>
                  </a:cubicBezTo>
                  <a:cubicBezTo>
                    <a:pt x="0" y="3707"/>
                    <a:pt x="1910" y="4774"/>
                    <a:pt x="3370" y="3820"/>
                  </a:cubicBezTo>
                  <a:close/>
                </a:path>
              </a:pathLst>
            </a:custGeom>
            <a:solidFill>
              <a:srgbClr val="EFF0F1">
                <a:alpha val="21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4510;p50">
              <a:extLst>
                <a:ext uri="{FF2B5EF4-FFF2-40B4-BE49-F238E27FC236}">
                  <a16:creationId xmlns:a16="http://schemas.microsoft.com/office/drawing/2014/main" id="{F7BE5AA0-A8A8-7770-266D-028C7FAAA414}"/>
                </a:ext>
              </a:extLst>
            </p:cNvPr>
            <p:cNvSpPr/>
            <p:nvPr/>
          </p:nvSpPr>
          <p:spPr>
            <a:xfrm>
              <a:off x="4895074" y="1510498"/>
              <a:ext cx="727898" cy="728009"/>
            </a:xfrm>
            <a:custGeom>
              <a:avLst/>
              <a:gdLst/>
              <a:ahLst/>
              <a:cxnLst/>
              <a:rect l="l" t="t" r="r" b="b"/>
              <a:pathLst>
                <a:path w="6572" h="6573" extrusionOk="0">
                  <a:moveTo>
                    <a:pt x="3763" y="1"/>
                  </a:moveTo>
                  <a:cubicBezTo>
                    <a:pt x="1292" y="1"/>
                    <a:pt x="0" y="3034"/>
                    <a:pt x="1797" y="4775"/>
                  </a:cubicBezTo>
                  <a:cubicBezTo>
                    <a:pt x="3539" y="6572"/>
                    <a:pt x="6571" y="5280"/>
                    <a:pt x="6571" y="2809"/>
                  </a:cubicBezTo>
                  <a:cubicBezTo>
                    <a:pt x="6571" y="1237"/>
                    <a:pt x="5336" y="1"/>
                    <a:pt x="37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4511;p50">
              <a:extLst>
                <a:ext uri="{FF2B5EF4-FFF2-40B4-BE49-F238E27FC236}">
                  <a16:creationId xmlns:a16="http://schemas.microsoft.com/office/drawing/2014/main" id="{3A070AEA-67BF-E31E-EDF3-42CBF89D48DA}"/>
                </a:ext>
              </a:extLst>
            </p:cNvPr>
            <p:cNvSpPr/>
            <p:nvPr/>
          </p:nvSpPr>
          <p:spPr>
            <a:xfrm>
              <a:off x="4926196" y="1435849"/>
              <a:ext cx="665653" cy="690684"/>
            </a:xfrm>
            <a:custGeom>
              <a:avLst/>
              <a:gdLst/>
              <a:ahLst/>
              <a:cxnLst/>
              <a:rect l="l" t="t" r="r" b="b"/>
              <a:pathLst>
                <a:path w="6010" h="6236" extrusionOk="0">
                  <a:moveTo>
                    <a:pt x="1011" y="2079"/>
                  </a:moveTo>
                  <a:cubicBezTo>
                    <a:pt x="0" y="3932"/>
                    <a:pt x="1348" y="6235"/>
                    <a:pt x="3482" y="6235"/>
                  </a:cubicBezTo>
                  <a:cubicBezTo>
                    <a:pt x="4325" y="6235"/>
                    <a:pt x="5167" y="5842"/>
                    <a:pt x="5673" y="5168"/>
                  </a:cubicBezTo>
                  <a:cubicBezTo>
                    <a:pt x="5897" y="4775"/>
                    <a:pt x="6010" y="4269"/>
                    <a:pt x="6010" y="3820"/>
                  </a:cubicBezTo>
                  <a:cubicBezTo>
                    <a:pt x="6010" y="1180"/>
                    <a:pt x="2696" y="1"/>
                    <a:pt x="1011" y="20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4512;p50">
              <a:extLst>
                <a:ext uri="{FF2B5EF4-FFF2-40B4-BE49-F238E27FC236}">
                  <a16:creationId xmlns:a16="http://schemas.microsoft.com/office/drawing/2014/main" id="{C72403EF-F538-1377-D719-FB7A49D2FEBC}"/>
                </a:ext>
              </a:extLst>
            </p:cNvPr>
            <p:cNvSpPr/>
            <p:nvPr/>
          </p:nvSpPr>
          <p:spPr>
            <a:xfrm>
              <a:off x="5038170" y="1666109"/>
              <a:ext cx="423094" cy="423094"/>
            </a:xfrm>
            <a:custGeom>
              <a:avLst/>
              <a:gdLst/>
              <a:ahLst/>
              <a:cxnLst/>
              <a:rect l="l" t="t" r="r" b="b"/>
              <a:pathLst>
                <a:path w="3820" h="3820" extrusionOk="0">
                  <a:moveTo>
                    <a:pt x="2190" y="0"/>
                  </a:moveTo>
                  <a:cubicBezTo>
                    <a:pt x="730" y="0"/>
                    <a:pt x="0" y="1741"/>
                    <a:pt x="1011" y="2808"/>
                  </a:cubicBezTo>
                  <a:cubicBezTo>
                    <a:pt x="2078" y="3819"/>
                    <a:pt x="3819" y="3089"/>
                    <a:pt x="3819" y="1629"/>
                  </a:cubicBezTo>
                  <a:cubicBezTo>
                    <a:pt x="3819" y="730"/>
                    <a:pt x="3089" y="0"/>
                    <a:pt x="21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4513;p50">
              <a:extLst>
                <a:ext uri="{FF2B5EF4-FFF2-40B4-BE49-F238E27FC236}">
                  <a16:creationId xmlns:a16="http://schemas.microsoft.com/office/drawing/2014/main" id="{57B59B5F-DA80-09F3-41FC-38158B1787F4}"/>
                </a:ext>
              </a:extLst>
            </p:cNvPr>
            <p:cNvSpPr/>
            <p:nvPr/>
          </p:nvSpPr>
          <p:spPr>
            <a:xfrm>
              <a:off x="5069181" y="1641189"/>
              <a:ext cx="423204" cy="416891"/>
            </a:xfrm>
            <a:custGeom>
              <a:avLst/>
              <a:gdLst/>
              <a:ahLst/>
              <a:cxnLst/>
              <a:rect l="l" t="t" r="r" b="b"/>
              <a:pathLst>
                <a:path w="3821" h="3764" extrusionOk="0">
                  <a:moveTo>
                    <a:pt x="2191" y="0"/>
                  </a:moveTo>
                  <a:cubicBezTo>
                    <a:pt x="731" y="0"/>
                    <a:pt x="1" y="1741"/>
                    <a:pt x="1068" y="2752"/>
                  </a:cubicBezTo>
                  <a:cubicBezTo>
                    <a:pt x="2079" y="3763"/>
                    <a:pt x="3820" y="3033"/>
                    <a:pt x="3820" y="1629"/>
                  </a:cubicBezTo>
                  <a:cubicBezTo>
                    <a:pt x="3820" y="731"/>
                    <a:pt x="3090" y="0"/>
                    <a:pt x="2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4514;p50">
              <a:extLst>
                <a:ext uri="{FF2B5EF4-FFF2-40B4-BE49-F238E27FC236}">
                  <a16:creationId xmlns:a16="http://schemas.microsoft.com/office/drawing/2014/main" id="{975A6925-D644-BC9B-13FF-CF78C145EFE5}"/>
                </a:ext>
              </a:extLst>
            </p:cNvPr>
            <p:cNvSpPr/>
            <p:nvPr/>
          </p:nvSpPr>
          <p:spPr>
            <a:xfrm>
              <a:off x="5131426" y="1672312"/>
              <a:ext cx="379566" cy="323523"/>
            </a:xfrm>
            <a:custGeom>
              <a:avLst/>
              <a:gdLst/>
              <a:ahLst/>
              <a:cxnLst/>
              <a:rect l="l" t="t" r="r" b="b"/>
              <a:pathLst>
                <a:path w="3427" h="2921" extrusionOk="0">
                  <a:moveTo>
                    <a:pt x="337" y="337"/>
                  </a:moveTo>
                  <a:cubicBezTo>
                    <a:pt x="113" y="618"/>
                    <a:pt x="0" y="955"/>
                    <a:pt x="0" y="1348"/>
                  </a:cubicBezTo>
                  <a:cubicBezTo>
                    <a:pt x="0" y="2191"/>
                    <a:pt x="731" y="2921"/>
                    <a:pt x="1629" y="2921"/>
                  </a:cubicBezTo>
                  <a:cubicBezTo>
                    <a:pt x="1966" y="2921"/>
                    <a:pt x="2303" y="2808"/>
                    <a:pt x="2584" y="2640"/>
                  </a:cubicBezTo>
                  <a:cubicBezTo>
                    <a:pt x="3427" y="1573"/>
                    <a:pt x="2640" y="0"/>
                    <a:pt x="1348" y="0"/>
                  </a:cubicBezTo>
                  <a:cubicBezTo>
                    <a:pt x="955" y="0"/>
                    <a:pt x="618" y="113"/>
                    <a:pt x="337" y="337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4515;p50">
              <a:extLst>
                <a:ext uri="{FF2B5EF4-FFF2-40B4-BE49-F238E27FC236}">
                  <a16:creationId xmlns:a16="http://schemas.microsoft.com/office/drawing/2014/main" id="{0CE3F753-8BF2-BA0D-1D03-A7CF50D17691}"/>
                </a:ext>
              </a:extLst>
            </p:cNvPr>
            <p:cNvSpPr/>
            <p:nvPr/>
          </p:nvSpPr>
          <p:spPr>
            <a:xfrm>
              <a:off x="5156346" y="1622472"/>
              <a:ext cx="298713" cy="398284"/>
            </a:xfrm>
            <a:custGeom>
              <a:avLst/>
              <a:gdLst/>
              <a:ahLst/>
              <a:cxnLst/>
              <a:rect l="l" t="t" r="r" b="b"/>
              <a:pathLst>
                <a:path w="2697" h="3596" extrusionOk="0">
                  <a:moveTo>
                    <a:pt x="2528" y="2865"/>
                  </a:moveTo>
                  <a:cubicBezTo>
                    <a:pt x="2640" y="2641"/>
                    <a:pt x="2696" y="2360"/>
                    <a:pt x="2696" y="2079"/>
                  </a:cubicBezTo>
                  <a:cubicBezTo>
                    <a:pt x="2696" y="787"/>
                    <a:pt x="1292" y="1"/>
                    <a:pt x="225" y="731"/>
                  </a:cubicBezTo>
                  <a:cubicBezTo>
                    <a:pt x="56" y="956"/>
                    <a:pt x="0" y="1237"/>
                    <a:pt x="0" y="1517"/>
                  </a:cubicBezTo>
                  <a:cubicBezTo>
                    <a:pt x="0" y="2809"/>
                    <a:pt x="1404" y="3595"/>
                    <a:pt x="2528" y="2865"/>
                  </a:cubicBezTo>
                  <a:close/>
                </a:path>
              </a:pathLst>
            </a:custGeom>
            <a:solidFill>
              <a:srgbClr val="EFF0F1">
                <a:alpha val="21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4516;p50">
              <a:extLst>
                <a:ext uri="{FF2B5EF4-FFF2-40B4-BE49-F238E27FC236}">
                  <a16:creationId xmlns:a16="http://schemas.microsoft.com/office/drawing/2014/main" id="{2040152B-9EED-3867-A0B2-ED77A506B5C4}"/>
                </a:ext>
              </a:extLst>
            </p:cNvPr>
            <p:cNvSpPr/>
            <p:nvPr/>
          </p:nvSpPr>
          <p:spPr>
            <a:xfrm>
              <a:off x="4310284" y="2368962"/>
              <a:ext cx="547585" cy="547585"/>
            </a:xfrm>
            <a:custGeom>
              <a:avLst/>
              <a:gdLst/>
              <a:ahLst/>
              <a:cxnLst/>
              <a:rect l="l" t="t" r="r" b="b"/>
              <a:pathLst>
                <a:path w="4944" h="4944" extrusionOk="0">
                  <a:moveTo>
                    <a:pt x="2809" y="1"/>
                  </a:moveTo>
                  <a:cubicBezTo>
                    <a:pt x="956" y="1"/>
                    <a:pt x="1" y="2247"/>
                    <a:pt x="1349" y="3595"/>
                  </a:cubicBezTo>
                  <a:cubicBezTo>
                    <a:pt x="2641" y="4943"/>
                    <a:pt x="4943" y="3988"/>
                    <a:pt x="4943" y="2135"/>
                  </a:cubicBezTo>
                  <a:cubicBezTo>
                    <a:pt x="4943" y="955"/>
                    <a:pt x="3988" y="1"/>
                    <a:pt x="28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4517;p50">
              <a:extLst>
                <a:ext uri="{FF2B5EF4-FFF2-40B4-BE49-F238E27FC236}">
                  <a16:creationId xmlns:a16="http://schemas.microsoft.com/office/drawing/2014/main" id="{D9F2D34C-8707-A598-A7AB-B81D259126DD}"/>
                </a:ext>
              </a:extLst>
            </p:cNvPr>
            <p:cNvSpPr/>
            <p:nvPr/>
          </p:nvSpPr>
          <p:spPr>
            <a:xfrm>
              <a:off x="4248150" y="2306718"/>
              <a:ext cx="591002" cy="703089"/>
            </a:xfrm>
            <a:custGeom>
              <a:avLst/>
              <a:gdLst/>
              <a:ahLst/>
              <a:cxnLst/>
              <a:rect l="l" t="t" r="r" b="b"/>
              <a:pathLst>
                <a:path w="5336" h="6348" extrusionOk="0">
                  <a:moveTo>
                    <a:pt x="1517" y="1630"/>
                  </a:moveTo>
                  <a:cubicBezTo>
                    <a:pt x="0" y="3989"/>
                    <a:pt x="3482" y="6348"/>
                    <a:pt x="5055" y="3989"/>
                  </a:cubicBezTo>
                  <a:cubicBezTo>
                    <a:pt x="5223" y="3652"/>
                    <a:pt x="5336" y="3315"/>
                    <a:pt x="5336" y="2978"/>
                  </a:cubicBezTo>
                  <a:cubicBezTo>
                    <a:pt x="5336" y="900"/>
                    <a:pt x="2752" y="1"/>
                    <a:pt x="1517" y="16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4518;p50">
              <a:extLst>
                <a:ext uri="{FF2B5EF4-FFF2-40B4-BE49-F238E27FC236}">
                  <a16:creationId xmlns:a16="http://schemas.microsoft.com/office/drawing/2014/main" id="{E17FD151-8220-F21B-B552-C94B947CEB38}"/>
                </a:ext>
              </a:extLst>
            </p:cNvPr>
            <p:cNvSpPr/>
            <p:nvPr/>
          </p:nvSpPr>
          <p:spPr>
            <a:xfrm>
              <a:off x="4416055" y="2487138"/>
              <a:ext cx="317320" cy="323633"/>
            </a:xfrm>
            <a:custGeom>
              <a:avLst/>
              <a:gdLst/>
              <a:ahLst/>
              <a:cxnLst/>
              <a:rect l="l" t="t" r="r" b="b"/>
              <a:pathLst>
                <a:path w="2865" h="2922" extrusionOk="0">
                  <a:moveTo>
                    <a:pt x="1629" y="1"/>
                  </a:moveTo>
                  <a:cubicBezTo>
                    <a:pt x="562" y="1"/>
                    <a:pt x="1" y="1349"/>
                    <a:pt x="787" y="2135"/>
                  </a:cubicBezTo>
                  <a:cubicBezTo>
                    <a:pt x="1517" y="2921"/>
                    <a:pt x="2865" y="2360"/>
                    <a:pt x="2865" y="1236"/>
                  </a:cubicBezTo>
                  <a:cubicBezTo>
                    <a:pt x="2865" y="562"/>
                    <a:pt x="2303" y="1"/>
                    <a:pt x="16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4519;p50">
              <a:extLst>
                <a:ext uri="{FF2B5EF4-FFF2-40B4-BE49-F238E27FC236}">
                  <a16:creationId xmlns:a16="http://schemas.microsoft.com/office/drawing/2014/main" id="{969B9E91-D48B-7288-3B49-0DD33C095531}"/>
                </a:ext>
              </a:extLst>
            </p:cNvPr>
            <p:cNvSpPr/>
            <p:nvPr/>
          </p:nvSpPr>
          <p:spPr>
            <a:xfrm>
              <a:off x="4440975" y="2468531"/>
              <a:ext cx="317320" cy="317320"/>
            </a:xfrm>
            <a:custGeom>
              <a:avLst/>
              <a:gdLst/>
              <a:ahLst/>
              <a:cxnLst/>
              <a:rect l="l" t="t" r="r" b="b"/>
              <a:pathLst>
                <a:path w="2865" h="2865" extrusionOk="0">
                  <a:moveTo>
                    <a:pt x="1629" y="0"/>
                  </a:moveTo>
                  <a:cubicBezTo>
                    <a:pt x="562" y="0"/>
                    <a:pt x="0" y="1348"/>
                    <a:pt x="787" y="2078"/>
                  </a:cubicBezTo>
                  <a:cubicBezTo>
                    <a:pt x="1573" y="2865"/>
                    <a:pt x="2865" y="2303"/>
                    <a:pt x="2865" y="1236"/>
                  </a:cubicBezTo>
                  <a:cubicBezTo>
                    <a:pt x="2865" y="562"/>
                    <a:pt x="2303" y="0"/>
                    <a:pt x="16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4520;p50">
              <a:extLst>
                <a:ext uri="{FF2B5EF4-FFF2-40B4-BE49-F238E27FC236}">
                  <a16:creationId xmlns:a16="http://schemas.microsoft.com/office/drawing/2014/main" id="{217A678B-6459-FA4F-4A47-2D93C2631269}"/>
                </a:ext>
              </a:extLst>
            </p:cNvPr>
            <p:cNvSpPr/>
            <p:nvPr/>
          </p:nvSpPr>
          <p:spPr>
            <a:xfrm>
              <a:off x="4447178" y="2493340"/>
              <a:ext cx="292511" cy="255185"/>
            </a:xfrm>
            <a:custGeom>
              <a:avLst/>
              <a:gdLst/>
              <a:ahLst/>
              <a:cxnLst/>
              <a:rect l="l" t="t" r="r" b="b"/>
              <a:pathLst>
                <a:path w="2641" h="2304" extrusionOk="0">
                  <a:moveTo>
                    <a:pt x="618" y="282"/>
                  </a:moveTo>
                  <a:cubicBezTo>
                    <a:pt x="0" y="1068"/>
                    <a:pt x="562" y="2248"/>
                    <a:pt x="1573" y="2248"/>
                  </a:cubicBezTo>
                  <a:cubicBezTo>
                    <a:pt x="2135" y="2304"/>
                    <a:pt x="2640" y="1798"/>
                    <a:pt x="2528" y="1237"/>
                  </a:cubicBezTo>
                  <a:cubicBezTo>
                    <a:pt x="2528" y="563"/>
                    <a:pt x="2022" y="1"/>
                    <a:pt x="1348" y="1"/>
                  </a:cubicBezTo>
                  <a:cubicBezTo>
                    <a:pt x="1068" y="1"/>
                    <a:pt x="787" y="113"/>
                    <a:pt x="562" y="28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4521;p50">
              <a:extLst>
                <a:ext uri="{FF2B5EF4-FFF2-40B4-BE49-F238E27FC236}">
                  <a16:creationId xmlns:a16="http://schemas.microsoft.com/office/drawing/2014/main" id="{FFD4ABB7-2381-5F83-BB9A-99CCB1ABCE52}"/>
                </a:ext>
              </a:extLst>
            </p:cNvPr>
            <p:cNvSpPr/>
            <p:nvPr/>
          </p:nvSpPr>
          <p:spPr>
            <a:xfrm>
              <a:off x="4503109" y="2493340"/>
              <a:ext cx="230265" cy="230376"/>
            </a:xfrm>
            <a:custGeom>
              <a:avLst/>
              <a:gdLst/>
              <a:ahLst/>
              <a:cxnLst/>
              <a:rect l="l" t="t" r="r" b="b"/>
              <a:pathLst>
                <a:path w="2079" h="2080" extrusionOk="0">
                  <a:moveTo>
                    <a:pt x="1910" y="1854"/>
                  </a:moveTo>
                  <a:cubicBezTo>
                    <a:pt x="2023" y="1686"/>
                    <a:pt x="2079" y="1461"/>
                    <a:pt x="2079" y="1237"/>
                  </a:cubicBezTo>
                  <a:cubicBezTo>
                    <a:pt x="2079" y="563"/>
                    <a:pt x="1517" y="1"/>
                    <a:pt x="843" y="1"/>
                  </a:cubicBezTo>
                  <a:cubicBezTo>
                    <a:pt x="619" y="1"/>
                    <a:pt x="338" y="57"/>
                    <a:pt x="169" y="226"/>
                  </a:cubicBezTo>
                  <a:cubicBezTo>
                    <a:pt x="57" y="394"/>
                    <a:pt x="1" y="619"/>
                    <a:pt x="1" y="843"/>
                  </a:cubicBezTo>
                  <a:cubicBezTo>
                    <a:pt x="1" y="1517"/>
                    <a:pt x="563" y="2079"/>
                    <a:pt x="1236" y="2079"/>
                  </a:cubicBezTo>
                  <a:cubicBezTo>
                    <a:pt x="1461" y="2079"/>
                    <a:pt x="1686" y="1967"/>
                    <a:pt x="1910" y="1854"/>
                  </a:cubicBezTo>
                  <a:close/>
                </a:path>
              </a:pathLst>
            </a:custGeom>
            <a:solidFill>
              <a:srgbClr val="EFF0F1">
                <a:alpha val="21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4522;p50">
              <a:extLst>
                <a:ext uri="{FF2B5EF4-FFF2-40B4-BE49-F238E27FC236}">
                  <a16:creationId xmlns:a16="http://schemas.microsoft.com/office/drawing/2014/main" id="{37513C24-4912-963C-1E64-5B3C9D41D097}"/>
                </a:ext>
              </a:extLst>
            </p:cNvPr>
            <p:cNvSpPr/>
            <p:nvPr/>
          </p:nvSpPr>
          <p:spPr>
            <a:xfrm rot="3647001">
              <a:off x="3738613" y="2647042"/>
              <a:ext cx="528870" cy="578600"/>
            </a:xfrm>
            <a:custGeom>
              <a:avLst/>
              <a:gdLst/>
              <a:ahLst/>
              <a:cxnLst/>
              <a:rect l="l" t="t" r="r" b="b"/>
              <a:pathLst>
                <a:path w="4775" h="5224" extrusionOk="0">
                  <a:moveTo>
                    <a:pt x="2359" y="0"/>
                  </a:moveTo>
                  <a:cubicBezTo>
                    <a:pt x="1067" y="0"/>
                    <a:pt x="0" y="1405"/>
                    <a:pt x="0" y="3202"/>
                  </a:cubicBezTo>
                  <a:cubicBezTo>
                    <a:pt x="0" y="3932"/>
                    <a:pt x="169" y="4606"/>
                    <a:pt x="562" y="5224"/>
                  </a:cubicBezTo>
                  <a:cubicBezTo>
                    <a:pt x="562" y="5111"/>
                    <a:pt x="618" y="4999"/>
                    <a:pt x="618" y="4887"/>
                  </a:cubicBezTo>
                  <a:cubicBezTo>
                    <a:pt x="506" y="4550"/>
                    <a:pt x="450" y="4157"/>
                    <a:pt x="450" y="3763"/>
                  </a:cubicBezTo>
                  <a:cubicBezTo>
                    <a:pt x="450" y="2359"/>
                    <a:pt x="1292" y="1180"/>
                    <a:pt x="2359" y="1180"/>
                  </a:cubicBezTo>
                  <a:cubicBezTo>
                    <a:pt x="3426" y="1180"/>
                    <a:pt x="4325" y="2359"/>
                    <a:pt x="4325" y="3763"/>
                  </a:cubicBezTo>
                  <a:cubicBezTo>
                    <a:pt x="4325" y="4157"/>
                    <a:pt x="4269" y="4550"/>
                    <a:pt x="4100" y="4887"/>
                  </a:cubicBezTo>
                  <a:cubicBezTo>
                    <a:pt x="4156" y="4999"/>
                    <a:pt x="4213" y="5111"/>
                    <a:pt x="4213" y="5224"/>
                  </a:cubicBezTo>
                  <a:cubicBezTo>
                    <a:pt x="4606" y="4606"/>
                    <a:pt x="4774" y="3932"/>
                    <a:pt x="4774" y="3202"/>
                  </a:cubicBezTo>
                  <a:cubicBezTo>
                    <a:pt x="4774" y="1461"/>
                    <a:pt x="3707" y="0"/>
                    <a:pt x="23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4523;p50">
              <a:extLst>
                <a:ext uri="{FF2B5EF4-FFF2-40B4-BE49-F238E27FC236}">
                  <a16:creationId xmlns:a16="http://schemas.microsoft.com/office/drawing/2014/main" id="{CC6105B7-7D21-1C9C-4663-196C88E69B95}"/>
                </a:ext>
              </a:extLst>
            </p:cNvPr>
            <p:cNvSpPr/>
            <p:nvPr/>
          </p:nvSpPr>
          <p:spPr>
            <a:xfrm>
              <a:off x="6332018" y="3284299"/>
              <a:ext cx="230265" cy="827469"/>
            </a:xfrm>
            <a:custGeom>
              <a:avLst/>
              <a:gdLst/>
              <a:ahLst/>
              <a:cxnLst/>
              <a:rect l="l" t="t" r="r" b="b"/>
              <a:pathLst>
                <a:path w="2079" h="7471" extrusionOk="0">
                  <a:moveTo>
                    <a:pt x="1067" y="57"/>
                  </a:moveTo>
                  <a:lnTo>
                    <a:pt x="1067" y="57"/>
                  </a:lnTo>
                  <a:cubicBezTo>
                    <a:pt x="506" y="57"/>
                    <a:pt x="56" y="506"/>
                    <a:pt x="56" y="1068"/>
                  </a:cubicBezTo>
                  <a:lnTo>
                    <a:pt x="56" y="6460"/>
                  </a:lnTo>
                  <a:cubicBezTo>
                    <a:pt x="0" y="7021"/>
                    <a:pt x="506" y="7471"/>
                    <a:pt x="1067" y="7471"/>
                  </a:cubicBezTo>
                  <a:lnTo>
                    <a:pt x="1067" y="7471"/>
                  </a:lnTo>
                  <a:cubicBezTo>
                    <a:pt x="1629" y="7471"/>
                    <a:pt x="2078" y="7021"/>
                    <a:pt x="2078" y="6460"/>
                  </a:cubicBezTo>
                  <a:lnTo>
                    <a:pt x="2078" y="1068"/>
                  </a:lnTo>
                  <a:cubicBezTo>
                    <a:pt x="2078" y="450"/>
                    <a:pt x="1629" y="1"/>
                    <a:pt x="10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4524;p50">
              <a:extLst>
                <a:ext uri="{FF2B5EF4-FFF2-40B4-BE49-F238E27FC236}">
                  <a16:creationId xmlns:a16="http://schemas.microsoft.com/office/drawing/2014/main" id="{24625BE9-C447-E0F8-33DD-8C1E6F98C35F}"/>
                </a:ext>
              </a:extLst>
            </p:cNvPr>
            <p:cNvSpPr/>
            <p:nvPr/>
          </p:nvSpPr>
          <p:spPr>
            <a:xfrm>
              <a:off x="5703701" y="4479545"/>
              <a:ext cx="2874046" cy="640843"/>
            </a:xfrm>
            <a:custGeom>
              <a:avLst/>
              <a:gdLst/>
              <a:ahLst/>
              <a:cxnLst/>
              <a:rect l="l" t="t" r="r" b="b"/>
              <a:pathLst>
                <a:path w="25949" h="5786" extrusionOk="0">
                  <a:moveTo>
                    <a:pt x="25949" y="0"/>
                  </a:moveTo>
                  <a:lnTo>
                    <a:pt x="1" y="0"/>
                  </a:lnTo>
                  <a:lnTo>
                    <a:pt x="1" y="5785"/>
                  </a:lnTo>
                  <a:lnTo>
                    <a:pt x="25949" y="578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4525;p50">
              <a:extLst>
                <a:ext uri="{FF2B5EF4-FFF2-40B4-BE49-F238E27FC236}">
                  <a16:creationId xmlns:a16="http://schemas.microsoft.com/office/drawing/2014/main" id="{CB391321-0308-1344-267C-BDB6D8989C04}"/>
                </a:ext>
              </a:extLst>
            </p:cNvPr>
            <p:cNvSpPr/>
            <p:nvPr/>
          </p:nvSpPr>
          <p:spPr>
            <a:xfrm>
              <a:off x="5703701" y="4479545"/>
              <a:ext cx="2874046" cy="130694"/>
            </a:xfrm>
            <a:custGeom>
              <a:avLst/>
              <a:gdLst/>
              <a:ahLst/>
              <a:cxnLst/>
              <a:rect l="l" t="t" r="r" b="b"/>
              <a:pathLst>
                <a:path w="25949" h="1180" extrusionOk="0">
                  <a:moveTo>
                    <a:pt x="25949" y="0"/>
                  </a:moveTo>
                  <a:lnTo>
                    <a:pt x="1" y="0"/>
                  </a:lnTo>
                  <a:lnTo>
                    <a:pt x="1" y="1180"/>
                  </a:lnTo>
                  <a:lnTo>
                    <a:pt x="25949" y="118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4526;p50">
              <a:extLst>
                <a:ext uri="{FF2B5EF4-FFF2-40B4-BE49-F238E27FC236}">
                  <a16:creationId xmlns:a16="http://schemas.microsoft.com/office/drawing/2014/main" id="{1653DF85-EF86-4EFA-B61C-AE62123FFB60}"/>
                </a:ext>
              </a:extLst>
            </p:cNvPr>
            <p:cNvSpPr/>
            <p:nvPr/>
          </p:nvSpPr>
          <p:spPr>
            <a:xfrm>
              <a:off x="5597929" y="3942794"/>
              <a:ext cx="3079391" cy="553677"/>
            </a:xfrm>
            <a:custGeom>
              <a:avLst/>
              <a:gdLst/>
              <a:ahLst/>
              <a:cxnLst/>
              <a:rect l="l" t="t" r="r" b="b"/>
              <a:pathLst>
                <a:path w="27803" h="4999" extrusionOk="0">
                  <a:moveTo>
                    <a:pt x="27802" y="0"/>
                  </a:moveTo>
                  <a:lnTo>
                    <a:pt x="1" y="0"/>
                  </a:lnTo>
                  <a:lnTo>
                    <a:pt x="1" y="4999"/>
                  </a:lnTo>
                  <a:lnTo>
                    <a:pt x="27802" y="49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4527;p50">
              <a:extLst>
                <a:ext uri="{FF2B5EF4-FFF2-40B4-BE49-F238E27FC236}">
                  <a16:creationId xmlns:a16="http://schemas.microsoft.com/office/drawing/2014/main" id="{3729AD70-7ADF-6921-83EC-F1C564C78B3C}"/>
                </a:ext>
              </a:extLst>
            </p:cNvPr>
            <p:cNvSpPr/>
            <p:nvPr/>
          </p:nvSpPr>
          <p:spPr>
            <a:xfrm>
              <a:off x="5597929" y="3973916"/>
              <a:ext cx="3054470" cy="522554"/>
            </a:xfrm>
            <a:custGeom>
              <a:avLst/>
              <a:gdLst/>
              <a:ahLst/>
              <a:cxnLst/>
              <a:rect l="l" t="t" r="r" b="b"/>
              <a:pathLst>
                <a:path w="27578" h="4718" extrusionOk="0">
                  <a:moveTo>
                    <a:pt x="1" y="0"/>
                  </a:moveTo>
                  <a:lnTo>
                    <a:pt x="1" y="4718"/>
                  </a:lnTo>
                  <a:lnTo>
                    <a:pt x="27578" y="4718"/>
                  </a:lnTo>
                  <a:lnTo>
                    <a:pt x="27578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4528;p50">
              <a:extLst>
                <a:ext uri="{FF2B5EF4-FFF2-40B4-BE49-F238E27FC236}">
                  <a16:creationId xmlns:a16="http://schemas.microsoft.com/office/drawing/2014/main" id="{8529C1D9-E4C1-A8DA-707C-8150DBEAA0C1}"/>
                </a:ext>
              </a:extLst>
            </p:cNvPr>
            <p:cNvSpPr/>
            <p:nvPr/>
          </p:nvSpPr>
          <p:spPr>
            <a:xfrm>
              <a:off x="6058230" y="3973916"/>
              <a:ext cx="1175912" cy="205344"/>
            </a:xfrm>
            <a:custGeom>
              <a:avLst/>
              <a:gdLst/>
              <a:ahLst/>
              <a:cxnLst/>
              <a:rect l="l" t="t" r="r" b="b"/>
              <a:pathLst>
                <a:path w="10617" h="1854" extrusionOk="0">
                  <a:moveTo>
                    <a:pt x="1" y="0"/>
                  </a:moveTo>
                  <a:lnTo>
                    <a:pt x="1" y="393"/>
                  </a:lnTo>
                  <a:cubicBezTo>
                    <a:pt x="1" y="1236"/>
                    <a:pt x="619" y="1854"/>
                    <a:pt x="1461" y="1854"/>
                  </a:cubicBezTo>
                  <a:lnTo>
                    <a:pt x="9156" y="1854"/>
                  </a:lnTo>
                  <a:cubicBezTo>
                    <a:pt x="9998" y="1854"/>
                    <a:pt x="10616" y="1236"/>
                    <a:pt x="10616" y="393"/>
                  </a:cubicBezTo>
                  <a:lnTo>
                    <a:pt x="106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4529;p50">
              <a:extLst>
                <a:ext uri="{FF2B5EF4-FFF2-40B4-BE49-F238E27FC236}">
                  <a16:creationId xmlns:a16="http://schemas.microsoft.com/office/drawing/2014/main" id="{59C119B8-25D0-2FA6-D3EA-9F78666C0ECB}"/>
                </a:ext>
              </a:extLst>
            </p:cNvPr>
            <p:cNvSpPr/>
            <p:nvPr/>
          </p:nvSpPr>
          <p:spPr>
            <a:xfrm>
              <a:off x="6916697" y="4017443"/>
              <a:ext cx="143209" cy="62246"/>
            </a:xfrm>
            <a:custGeom>
              <a:avLst/>
              <a:gdLst/>
              <a:ahLst/>
              <a:cxnLst/>
              <a:rect l="l" t="t" r="r" b="b"/>
              <a:pathLst>
                <a:path w="1293" h="562" extrusionOk="0">
                  <a:moveTo>
                    <a:pt x="1292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92" y="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4530;p50">
              <a:extLst>
                <a:ext uri="{FF2B5EF4-FFF2-40B4-BE49-F238E27FC236}">
                  <a16:creationId xmlns:a16="http://schemas.microsoft.com/office/drawing/2014/main" id="{3C430E55-EFF1-16E0-C5D9-71E926AAFB62}"/>
                </a:ext>
              </a:extLst>
            </p:cNvPr>
            <p:cNvSpPr/>
            <p:nvPr/>
          </p:nvSpPr>
          <p:spPr>
            <a:xfrm>
              <a:off x="6736276" y="4017443"/>
              <a:ext cx="143209" cy="62246"/>
            </a:xfrm>
            <a:custGeom>
              <a:avLst/>
              <a:gdLst/>
              <a:ahLst/>
              <a:cxnLst/>
              <a:rect l="l" t="t" r="r" b="b"/>
              <a:pathLst>
                <a:path w="1293" h="562" extrusionOk="0">
                  <a:moveTo>
                    <a:pt x="1293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93" y="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4531;p50">
              <a:extLst>
                <a:ext uri="{FF2B5EF4-FFF2-40B4-BE49-F238E27FC236}">
                  <a16:creationId xmlns:a16="http://schemas.microsoft.com/office/drawing/2014/main" id="{587EF6BF-388F-FDE9-4B03-626C171B151E}"/>
                </a:ext>
              </a:extLst>
            </p:cNvPr>
            <p:cNvSpPr/>
            <p:nvPr/>
          </p:nvSpPr>
          <p:spPr>
            <a:xfrm>
              <a:off x="6555965" y="4017443"/>
              <a:ext cx="143099" cy="62246"/>
            </a:xfrm>
            <a:custGeom>
              <a:avLst/>
              <a:gdLst/>
              <a:ahLst/>
              <a:cxnLst/>
              <a:rect l="l" t="t" r="r" b="b"/>
              <a:pathLst>
                <a:path w="1292" h="562" extrusionOk="0">
                  <a:moveTo>
                    <a:pt x="1292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292" y="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4532;p50">
              <a:extLst>
                <a:ext uri="{FF2B5EF4-FFF2-40B4-BE49-F238E27FC236}">
                  <a16:creationId xmlns:a16="http://schemas.microsoft.com/office/drawing/2014/main" id="{5A9E8C51-FE88-4426-B01A-D6F8056B2C99}"/>
                </a:ext>
              </a:extLst>
            </p:cNvPr>
            <p:cNvSpPr/>
            <p:nvPr/>
          </p:nvSpPr>
          <p:spPr>
            <a:xfrm>
              <a:off x="6375544" y="4017443"/>
              <a:ext cx="136896" cy="62246"/>
            </a:xfrm>
            <a:custGeom>
              <a:avLst/>
              <a:gdLst/>
              <a:ahLst/>
              <a:cxnLst/>
              <a:rect l="l" t="t" r="r" b="b"/>
              <a:pathLst>
                <a:path w="1236" h="562" extrusionOk="0">
                  <a:moveTo>
                    <a:pt x="1236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236" y="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4533;p50">
              <a:extLst>
                <a:ext uri="{FF2B5EF4-FFF2-40B4-BE49-F238E27FC236}">
                  <a16:creationId xmlns:a16="http://schemas.microsoft.com/office/drawing/2014/main" id="{92E52155-1A26-BCCE-0243-CA94FADFD2FE}"/>
                </a:ext>
              </a:extLst>
            </p:cNvPr>
            <p:cNvSpPr/>
            <p:nvPr/>
          </p:nvSpPr>
          <p:spPr>
            <a:xfrm>
              <a:off x="6195124" y="4017443"/>
              <a:ext cx="137007" cy="62246"/>
            </a:xfrm>
            <a:custGeom>
              <a:avLst/>
              <a:gdLst/>
              <a:ahLst/>
              <a:cxnLst/>
              <a:rect l="l" t="t" r="r" b="b"/>
              <a:pathLst>
                <a:path w="1237" h="562" extrusionOk="0">
                  <a:moveTo>
                    <a:pt x="1236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36" y="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4534;p50">
              <a:extLst>
                <a:ext uri="{FF2B5EF4-FFF2-40B4-BE49-F238E27FC236}">
                  <a16:creationId xmlns:a16="http://schemas.microsoft.com/office/drawing/2014/main" id="{FCE15DD0-DB2B-9CB5-C1BA-A259A4729ABA}"/>
                </a:ext>
              </a:extLst>
            </p:cNvPr>
            <p:cNvSpPr/>
            <p:nvPr/>
          </p:nvSpPr>
          <p:spPr>
            <a:xfrm>
              <a:off x="7615991" y="3304426"/>
              <a:ext cx="571416" cy="21020"/>
            </a:xfrm>
            <a:custGeom>
              <a:avLst/>
              <a:gdLst/>
              <a:ahLst/>
              <a:cxnLst/>
              <a:rect l="l" t="t" r="r" b="b"/>
              <a:pathLst>
                <a:path w="7639" h="281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4535;p50">
              <a:extLst>
                <a:ext uri="{FF2B5EF4-FFF2-40B4-BE49-F238E27FC236}">
                  <a16:creationId xmlns:a16="http://schemas.microsoft.com/office/drawing/2014/main" id="{A7AC28DD-F83D-A20F-06D5-375E8FE56923}"/>
                </a:ext>
              </a:extLst>
            </p:cNvPr>
            <p:cNvSpPr/>
            <p:nvPr/>
          </p:nvSpPr>
          <p:spPr>
            <a:xfrm>
              <a:off x="7615991" y="3371600"/>
              <a:ext cx="571416" cy="21095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1"/>
                  </a:moveTo>
                  <a:lnTo>
                    <a:pt x="0" y="1"/>
                  </a:lnTo>
                  <a:lnTo>
                    <a:pt x="0" y="282"/>
                  </a:lnTo>
                  <a:lnTo>
                    <a:pt x="7639" y="28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4536;p50">
              <a:extLst>
                <a:ext uri="{FF2B5EF4-FFF2-40B4-BE49-F238E27FC236}">
                  <a16:creationId xmlns:a16="http://schemas.microsoft.com/office/drawing/2014/main" id="{4D6F7BAB-FFF6-D3B5-596E-D335E3176D2F}"/>
                </a:ext>
              </a:extLst>
            </p:cNvPr>
            <p:cNvSpPr/>
            <p:nvPr/>
          </p:nvSpPr>
          <p:spPr>
            <a:xfrm>
              <a:off x="7615991" y="3438848"/>
              <a:ext cx="571416" cy="21095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4537;p50">
              <a:extLst>
                <a:ext uri="{FF2B5EF4-FFF2-40B4-BE49-F238E27FC236}">
                  <a16:creationId xmlns:a16="http://schemas.microsoft.com/office/drawing/2014/main" id="{F6FEB740-0ACE-6380-6E5C-73E4226D703B}"/>
                </a:ext>
              </a:extLst>
            </p:cNvPr>
            <p:cNvSpPr/>
            <p:nvPr/>
          </p:nvSpPr>
          <p:spPr>
            <a:xfrm>
              <a:off x="7615991" y="3506096"/>
              <a:ext cx="571416" cy="21020"/>
            </a:xfrm>
            <a:custGeom>
              <a:avLst/>
              <a:gdLst/>
              <a:ahLst/>
              <a:cxnLst/>
              <a:rect l="l" t="t" r="r" b="b"/>
              <a:pathLst>
                <a:path w="7639" h="281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4538;p50">
              <a:extLst>
                <a:ext uri="{FF2B5EF4-FFF2-40B4-BE49-F238E27FC236}">
                  <a16:creationId xmlns:a16="http://schemas.microsoft.com/office/drawing/2014/main" id="{666B6CD9-783D-9F31-ED7E-795BB7105D7A}"/>
                </a:ext>
              </a:extLst>
            </p:cNvPr>
            <p:cNvSpPr/>
            <p:nvPr/>
          </p:nvSpPr>
          <p:spPr>
            <a:xfrm>
              <a:off x="7615991" y="3573269"/>
              <a:ext cx="571416" cy="21095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1"/>
                  </a:moveTo>
                  <a:lnTo>
                    <a:pt x="0" y="1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4539;p50">
              <a:extLst>
                <a:ext uri="{FF2B5EF4-FFF2-40B4-BE49-F238E27FC236}">
                  <a16:creationId xmlns:a16="http://schemas.microsoft.com/office/drawing/2014/main" id="{4EE57DBD-2BB0-13C7-E759-8B4286496B31}"/>
                </a:ext>
              </a:extLst>
            </p:cNvPr>
            <p:cNvSpPr/>
            <p:nvPr/>
          </p:nvSpPr>
          <p:spPr>
            <a:xfrm>
              <a:off x="7901659" y="3640517"/>
              <a:ext cx="285746" cy="21095"/>
            </a:xfrm>
            <a:custGeom>
              <a:avLst/>
              <a:gdLst/>
              <a:ahLst/>
              <a:cxnLst/>
              <a:rect l="l" t="t" r="r" b="b"/>
              <a:pathLst>
                <a:path w="3820" h="282" extrusionOk="0">
                  <a:moveTo>
                    <a:pt x="3820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3820" y="28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" name="Google Shape;14540;p50">
            <a:extLst>
              <a:ext uri="{FF2B5EF4-FFF2-40B4-BE49-F238E27FC236}">
                <a16:creationId xmlns:a16="http://schemas.microsoft.com/office/drawing/2014/main" id="{555D1393-93A1-AFB5-05CB-6E107AD0280D}"/>
              </a:ext>
            </a:extLst>
          </p:cNvPr>
          <p:cNvGrpSpPr/>
          <p:nvPr/>
        </p:nvGrpSpPr>
        <p:grpSpPr>
          <a:xfrm>
            <a:off x="6678900" y="0"/>
            <a:ext cx="1884750" cy="1946377"/>
            <a:chOff x="6678900" y="0"/>
            <a:chExt cx="1884750" cy="1946377"/>
          </a:xfrm>
        </p:grpSpPr>
        <p:sp>
          <p:nvSpPr>
            <p:cNvPr id="61" name="Google Shape;14541;p50">
              <a:extLst>
                <a:ext uri="{FF2B5EF4-FFF2-40B4-BE49-F238E27FC236}">
                  <a16:creationId xmlns:a16="http://schemas.microsoft.com/office/drawing/2014/main" id="{CDBBA9C3-ED24-40E6-4F1D-0DDCB75D681E}"/>
                </a:ext>
              </a:extLst>
            </p:cNvPr>
            <p:cNvSpPr/>
            <p:nvPr/>
          </p:nvSpPr>
          <p:spPr>
            <a:xfrm flipH="1">
              <a:off x="6832968" y="1556041"/>
              <a:ext cx="775552" cy="313348"/>
            </a:xfrm>
            <a:custGeom>
              <a:avLst/>
              <a:gdLst/>
              <a:ahLst/>
              <a:cxnLst/>
              <a:rect l="l" t="t" r="r" b="b"/>
              <a:pathLst>
                <a:path w="8482" h="3427" extrusionOk="0">
                  <a:moveTo>
                    <a:pt x="57" y="1236"/>
                  </a:moveTo>
                  <a:lnTo>
                    <a:pt x="1" y="3427"/>
                  </a:lnTo>
                  <a:lnTo>
                    <a:pt x="8482" y="3427"/>
                  </a:lnTo>
                  <a:lnTo>
                    <a:pt x="84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4542;p50">
              <a:extLst>
                <a:ext uri="{FF2B5EF4-FFF2-40B4-BE49-F238E27FC236}">
                  <a16:creationId xmlns:a16="http://schemas.microsoft.com/office/drawing/2014/main" id="{C06D65CF-825F-3270-C3FB-068482F80B75}"/>
                </a:ext>
              </a:extLst>
            </p:cNvPr>
            <p:cNvSpPr/>
            <p:nvPr/>
          </p:nvSpPr>
          <p:spPr>
            <a:xfrm flipH="1">
              <a:off x="6832968" y="1597095"/>
              <a:ext cx="760099" cy="272293"/>
            </a:xfrm>
            <a:custGeom>
              <a:avLst/>
              <a:gdLst/>
              <a:ahLst/>
              <a:cxnLst/>
              <a:rect l="l" t="t" r="r" b="b"/>
              <a:pathLst>
                <a:path w="8313" h="2978" extrusionOk="0">
                  <a:moveTo>
                    <a:pt x="0" y="2978"/>
                  </a:moveTo>
                  <a:lnTo>
                    <a:pt x="8313" y="2978"/>
                  </a:lnTo>
                  <a:lnTo>
                    <a:pt x="8256" y="1"/>
                  </a:lnTo>
                  <a:lnTo>
                    <a:pt x="0" y="11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4543;p50">
              <a:extLst>
                <a:ext uri="{FF2B5EF4-FFF2-40B4-BE49-F238E27FC236}">
                  <a16:creationId xmlns:a16="http://schemas.microsoft.com/office/drawing/2014/main" id="{59D9B476-71E9-A80F-7433-4E97BD7AB7CF}"/>
                </a:ext>
              </a:extLst>
            </p:cNvPr>
            <p:cNvSpPr/>
            <p:nvPr/>
          </p:nvSpPr>
          <p:spPr>
            <a:xfrm flipH="1">
              <a:off x="6832968" y="1597095"/>
              <a:ext cx="760099" cy="236359"/>
            </a:xfrm>
            <a:custGeom>
              <a:avLst/>
              <a:gdLst/>
              <a:ahLst/>
              <a:cxnLst/>
              <a:rect l="l" t="t" r="r" b="b"/>
              <a:pathLst>
                <a:path w="8313" h="2585" extrusionOk="0">
                  <a:moveTo>
                    <a:pt x="8313" y="2584"/>
                  </a:moveTo>
                  <a:lnTo>
                    <a:pt x="8256" y="1"/>
                  </a:lnTo>
                  <a:lnTo>
                    <a:pt x="0" y="1180"/>
                  </a:lnTo>
                  <a:lnTo>
                    <a:pt x="0" y="258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4544;p50">
              <a:extLst>
                <a:ext uri="{FF2B5EF4-FFF2-40B4-BE49-F238E27FC236}">
                  <a16:creationId xmlns:a16="http://schemas.microsoft.com/office/drawing/2014/main" id="{84F30C87-E6DB-DC69-E512-0E36B715A3CF}"/>
                </a:ext>
              </a:extLst>
            </p:cNvPr>
            <p:cNvSpPr/>
            <p:nvPr/>
          </p:nvSpPr>
          <p:spPr>
            <a:xfrm flipH="1">
              <a:off x="6832968" y="1597095"/>
              <a:ext cx="267082" cy="236359"/>
            </a:xfrm>
            <a:custGeom>
              <a:avLst/>
              <a:gdLst/>
              <a:ahLst/>
              <a:cxnLst/>
              <a:rect l="l" t="t" r="r" b="b"/>
              <a:pathLst>
                <a:path w="2921" h="2585" extrusionOk="0">
                  <a:moveTo>
                    <a:pt x="2921" y="2584"/>
                  </a:moveTo>
                  <a:lnTo>
                    <a:pt x="2864" y="1"/>
                  </a:lnTo>
                  <a:lnTo>
                    <a:pt x="0" y="394"/>
                  </a:lnTo>
                  <a:lnTo>
                    <a:pt x="1179" y="2528"/>
                  </a:lnTo>
                  <a:cubicBezTo>
                    <a:pt x="1179" y="2528"/>
                    <a:pt x="1179" y="2528"/>
                    <a:pt x="1179" y="258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4545;p50">
              <a:extLst>
                <a:ext uri="{FF2B5EF4-FFF2-40B4-BE49-F238E27FC236}">
                  <a16:creationId xmlns:a16="http://schemas.microsoft.com/office/drawing/2014/main" id="{FE33DC88-C10F-FC01-0FFE-1530513217CE}"/>
                </a:ext>
              </a:extLst>
            </p:cNvPr>
            <p:cNvSpPr/>
            <p:nvPr/>
          </p:nvSpPr>
          <p:spPr>
            <a:xfrm flipH="1">
              <a:off x="8286236" y="1581734"/>
              <a:ext cx="277414" cy="328709"/>
            </a:xfrm>
            <a:custGeom>
              <a:avLst/>
              <a:gdLst/>
              <a:ahLst/>
              <a:cxnLst/>
              <a:rect l="l" t="t" r="r" b="b"/>
              <a:pathLst>
                <a:path w="3034" h="3595" extrusionOk="0">
                  <a:moveTo>
                    <a:pt x="1517" y="0"/>
                  </a:moveTo>
                  <a:lnTo>
                    <a:pt x="1404" y="56"/>
                  </a:lnTo>
                  <a:lnTo>
                    <a:pt x="0" y="843"/>
                  </a:lnTo>
                  <a:lnTo>
                    <a:pt x="169" y="1124"/>
                  </a:lnTo>
                  <a:lnTo>
                    <a:pt x="1517" y="337"/>
                  </a:lnTo>
                  <a:lnTo>
                    <a:pt x="2584" y="1067"/>
                  </a:lnTo>
                  <a:lnTo>
                    <a:pt x="2584" y="2528"/>
                  </a:lnTo>
                  <a:lnTo>
                    <a:pt x="1517" y="3258"/>
                  </a:lnTo>
                  <a:lnTo>
                    <a:pt x="169" y="2472"/>
                  </a:lnTo>
                  <a:lnTo>
                    <a:pt x="0" y="2752"/>
                  </a:lnTo>
                  <a:lnTo>
                    <a:pt x="1404" y="3539"/>
                  </a:lnTo>
                  <a:lnTo>
                    <a:pt x="1517" y="3595"/>
                  </a:lnTo>
                  <a:lnTo>
                    <a:pt x="1573" y="3539"/>
                  </a:lnTo>
                  <a:lnTo>
                    <a:pt x="2977" y="2752"/>
                  </a:lnTo>
                  <a:lnTo>
                    <a:pt x="3033" y="2696"/>
                  </a:lnTo>
                  <a:lnTo>
                    <a:pt x="3033" y="2584"/>
                  </a:lnTo>
                  <a:lnTo>
                    <a:pt x="3033" y="955"/>
                  </a:lnTo>
                  <a:lnTo>
                    <a:pt x="3033" y="899"/>
                  </a:lnTo>
                  <a:lnTo>
                    <a:pt x="2977" y="843"/>
                  </a:lnTo>
                  <a:lnTo>
                    <a:pt x="1573" y="56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4546;p50">
              <a:extLst>
                <a:ext uri="{FF2B5EF4-FFF2-40B4-BE49-F238E27FC236}">
                  <a16:creationId xmlns:a16="http://schemas.microsoft.com/office/drawing/2014/main" id="{EC8354FA-1E28-05B1-1CA2-ABB1AAA9755F}"/>
                </a:ext>
              </a:extLst>
            </p:cNvPr>
            <p:cNvSpPr/>
            <p:nvPr/>
          </p:nvSpPr>
          <p:spPr>
            <a:xfrm flipH="1">
              <a:off x="7978191" y="1725470"/>
              <a:ext cx="323588" cy="41237"/>
            </a:xfrm>
            <a:custGeom>
              <a:avLst/>
              <a:gdLst/>
              <a:ahLst/>
              <a:cxnLst/>
              <a:rect l="l" t="t" r="r" b="b"/>
              <a:pathLst>
                <a:path w="3539" h="451" extrusionOk="0">
                  <a:moveTo>
                    <a:pt x="1" y="1"/>
                  </a:moveTo>
                  <a:lnTo>
                    <a:pt x="1" y="450"/>
                  </a:lnTo>
                  <a:lnTo>
                    <a:pt x="3539" y="450"/>
                  </a:lnTo>
                  <a:lnTo>
                    <a:pt x="35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4547;p50">
              <a:extLst>
                <a:ext uri="{FF2B5EF4-FFF2-40B4-BE49-F238E27FC236}">
                  <a16:creationId xmlns:a16="http://schemas.microsoft.com/office/drawing/2014/main" id="{0ECF594B-2670-DDE3-5648-A1021B3CFC40}"/>
                </a:ext>
              </a:extLst>
            </p:cNvPr>
            <p:cNvSpPr/>
            <p:nvPr/>
          </p:nvSpPr>
          <p:spPr>
            <a:xfrm flipH="1">
              <a:off x="7680296" y="1699868"/>
              <a:ext cx="297987" cy="92532"/>
            </a:xfrm>
            <a:custGeom>
              <a:avLst/>
              <a:gdLst/>
              <a:ahLst/>
              <a:cxnLst/>
              <a:rect l="l" t="t" r="r" b="b"/>
              <a:pathLst>
                <a:path w="3259" h="1012" extrusionOk="0">
                  <a:moveTo>
                    <a:pt x="1" y="0"/>
                  </a:moveTo>
                  <a:lnTo>
                    <a:pt x="1" y="1011"/>
                  </a:lnTo>
                  <a:lnTo>
                    <a:pt x="3258" y="1011"/>
                  </a:lnTo>
                  <a:lnTo>
                    <a:pt x="32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4548;p50">
              <a:extLst>
                <a:ext uri="{FF2B5EF4-FFF2-40B4-BE49-F238E27FC236}">
                  <a16:creationId xmlns:a16="http://schemas.microsoft.com/office/drawing/2014/main" id="{17AB2396-536E-2D72-B2AC-9249033C36DF}"/>
                </a:ext>
              </a:extLst>
            </p:cNvPr>
            <p:cNvSpPr/>
            <p:nvPr/>
          </p:nvSpPr>
          <p:spPr>
            <a:xfrm flipH="1">
              <a:off x="7680296" y="1699868"/>
              <a:ext cx="71959" cy="92532"/>
            </a:xfrm>
            <a:custGeom>
              <a:avLst/>
              <a:gdLst/>
              <a:ahLst/>
              <a:cxnLst/>
              <a:rect l="l" t="t" r="r" b="b"/>
              <a:pathLst>
                <a:path w="787" h="1012" extrusionOk="0">
                  <a:moveTo>
                    <a:pt x="281" y="1011"/>
                  </a:moveTo>
                  <a:lnTo>
                    <a:pt x="786" y="1011"/>
                  </a:lnTo>
                  <a:lnTo>
                    <a:pt x="786" y="0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0" y="393"/>
                    <a:pt x="56" y="730"/>
                    <a:pt x="281" y="1011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4549;p50">
              <a:extLst>
                <a:ext uri="{FF2B5EF4-FFF2-40B4-BE49-F238E27FC236}">
                  <a16:creationId xmlns:a16="http://schemas.microsoft.com/office/drawing/2014/main" id="{CFD9C22E-22E6-A6D1-62C6-E51763BB28CC}"/>
                </a:ext>
              </a:extLst>
            </p:cNvPr>
            <p:cNvSpPr/>
            <p:nvPr/>
          </p:nvSpPr>
          <p:spPr>
            <a:xfrm flipH="1">
              <a:off x="7397853" y="1545800"/>
              <a:ext cx="359614" cy="364643"/>
            </a:xfrm>
            <a:custGeom>
              <a:avLst/>
              <a:gdLst/>
              <a:ahLst/>
              <a:cxnLst/>
              <a:rect l="l" t="t" r="r" b="b"/>
              <a:pathLst>
                <a:path w="3933" h="3988" extrusionOk="0">
                  <a:moveTo>
                    <a:pt x="2079" y="3932"/>
                  </a:moveTo>
                  <a:cubicBezTo>
                    <a:pt x="619" y="3819"/>
                    <a:pt x="1" y="1966"/>
                    <a:pt x="1124" y="1011"/>
                  </a:cubicBezTo>
                  <a:cubicBezTo>
                    <a:pt x="2248" y="0"/>
                    <a:pt x="3932" y="899"/>
                    <a:pt x="3876" y="2359"/>
                  </a:cubicBezTo>
                  <a:cubicBezTo>
                    <a:pt x="3764" y="3258"/>
                    <a:pt x="2978" y="3988"/>
                    <a:pt x="2079" y="393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4550;p50">
              <a:extLst>
                <a:ext uri="{FF2B5EF4-FFF2-40B4-BE49-F238E27FC236}">
                  <a16:creationId xmlns:a16="http://schemas.microsoft.com/office/drawing/2014/main" id="{8F4DDC90-649D-BD37-FD32-979B30F20BDA}"/>
                </a:ext>
              </a:extLst>
            </p:cNvPr>
            <p:cNvSpPr/>
            <p:nvPr/>
          </p:nvSpPr>
          <p:spPr>
            <a:xfrm flipH="1">
              <a:off x="7382492" y="1545800"/>
              <a:ext cx="328709" cy="349282"/>
            </a:xfrm>
            <a:custGeom>
              <a:avLst/>
              <a:gdLst/>
              <a:ahLst/>
              <a:cxnLst/>
              <a:rect l="l" t="t" r="r" b="b"/>
              <a:pathLst>
                <a:path w="3595" h="3820" extrusionOk="0">
                  <a:moveTo>
                    <a:pt x="169" y="2977"/>
                  </a:moveTo>
                  <a:cubicBezTo>
                    <a:pt x="57" y="2696"/>
                    <a:pt x="0" y="2415"/>
                    <a:pt x="0" y="2134"/>
                  </a:cubicBezTo>
                  <a:cubicBezTo>
                    <a:pt x="113" y="562"/>
                    <a:pt x="2191" y="0"/>
                    <a:pt x="3033" y="1348"/>
                  </a:cubicBezTo>
                  <a:cubicBezTo>
                    <a:pt x="3595" y="2471"/>
                    <a:pt x="2696" y="3819"/>
                    <a:pt x="1405" y="3707"/>
                  </a:cubicBezTo>
                  <a:cubicBezTo>
                    <a:pt x="899" y="3651"/>
                    <a:pt x="450" y="3426"/>
                    <a:pt x="169" y="30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4551;p50">
              <a:extLst>
                <a:ext uri="{FF2B5EF4-FFF2-40B4-BE49-F238E27FC236}">
                  <a16:creationId xmlns:a16="http://schemas.microsoft.com/office/drawing/2014/main" id="{D4A13ECD-DC93-D83D-B9D7-6A0ACFA2187E}"/>
                </a:ext>
              </a:extLst>
            </p:cNvPr>
            <p:cNvSpPr/>
            <p:nvPr/>
          </p:nvSpPr>
          <p:spPr>
            <a:xfrm flipH="1">
              <a:off x="7402974" y="1586855"/>
              <a:ext cx="308227" cy="297987"/>
            </a:xfrm>
            <a:custGeom>
              <a:avLst/>
              <a:gdLst/>
              <a:ahLst/>
              <a:cxnLst/>
              <a:rect l="l" t="t" r="r" b="b"/>
              <a:pathLst>
                <a:path w="3371" h="3259" extrusionOk="0">
                  <a:moveTo>
                    <a:pt x="1011" y="2303"/>
                  </a:moveTo>
                  <a:cubicBezTo>
                    <a:pt x="0" y="1461"/>
                    <a:pt x="1292" y="0"/>
                    <a:pt x="2247" y="843"/>
                  </a:cubicBezTo>
                  <a:cubicBezTo>
                    <a:pt x="3370" y="1629"/>
                    <a:pt x="2022" y="3258"/>
                    <a:pt x="1068" y="230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4552;p50">
              <a:extLst>
                <a:ext uri="{FF2B5EF4-FFF2-40B4-BE49-F238E27FC236}">
                  <a16:creationId xmlns:a16="http://schemas.microsoft.com/office/drawing/2014/main" id="{08CEA9F9-99C7-3C78-2B19-6D44C8B26431}"/>
                </a:ext>
              </a:extLst>
            </p:cNvPr>
            <p:cNvSpPr/>
            <p:nvPr/>
          </p:nvSpPr>
          <p:spPr>
            <a:xfrm flipH="1">
              <a:off x="7464601" y="1633029"/>
              <a:ext cx="210666" cy="210666"/>
            </a:xfrm>
            <a:custGeom>
              <a:avLst/>
              <a:gdLst/>
              <a:ahLst/>
              <a:cxnLst/>
              <a:rect l="l" t="t" r="r" b="b"/>
              <a:pathLst>
                <a:path w="2304" h="2304" extrusionOk="0">
                  <a:moveTo>
                    <a:pt x="1180" y="2248"/>
                  </a:moveTo>
                  <a:cubicBezTo>
                    <a:pt x="338" y="2191"/>
                    <a:pt x="1" y="1124"/>
                    <a:pt x="675" y="563"/>
                  </a:cubicBezTo>
                  <a:cubicBezTo>
                    <a:pt x="1292" y="1"/>
                    <a:pt x="2303" y="506"/>
                    <a:pt x="2247" y="1349"/>
                  </a:cubicBezTo>
                  <a:cubicBezTo>
                    <a:pt x="2191" y="1911"/>
                    <a:pt x="1742" y="2304"/>
                    <a:pt x="1180" y="22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4553;p50">
              <a:extLst>
                <a:ext uri="{FF2B5EF4-FFF2-40B4-BE49-F238E27FC236}">
                  <a16:creationId xmlns:a16="http://schemas.microsoft.com/office/drawing/2014/main" id="{C72B20C2-66FE-F87B-83FA-3554A170A328}"/>
                </a:ext>
              </a:extLst>
            </p:cNvPr>
            <p:cNvSpPr/>
            <p:nvPr/>
          </p:nvSpPr>
          <p:spPr>
            <a:xfrm flipH="1">
              <a:off x="7485174" y="1658723"/>
              <a:ext cx="164400" cy="164492"/>
            </a:xfrm>
            <a:custGeom>
              <a:avLst/>
              <a:gdLst/>
              <a:ahLst/>
              <a:cxnLst/>
              <a:rect l="l" t="t" r="r" b="b"/>
              <a:pathLst>
                <a:path w="1798" h="1799" extrusionOk="0">
                  <a:moveTo>
                    <a:pt x="169" y="1517"/>
                  </a:moveTo>
                  <a:cubicBezTo>
                    <a:pt x="57" y="1349"/>
                    <a:pt x="0" y="1124"/>
                    <a:pt x="57" y="956"/>
                  </a:cubicBezTo>
                  <a:cubicBezTo>
                    <a:pt x="57" y="394"/>
                    <a:pt x="562" y="1"/>
                    <a:pt x="1068" y="57"/>
                  </a:cubicBezTo>
                  <a:cubicBezTo>
                    <a:pt x="1292" y="57"/>
                    <a:pt x="1461" y="169"/>
                    <a:pt x="1629" y="282"/>
                  </a:cubicBezTo>
                  <a:cubicBezTo>
                    <a:pt x="1742" y="450"/>
                    <a:pt x="1798" y="675"/>
                    <a:pt x="1798" y="899"/>
                  </a:cubicBezTo>
                  <a:cubicBezTo>
                    <a:pt x="1742" y="1405"/>
                    <a:pt x="1292" y="1798"/>
                    <a:pt x="731" y="1798"/>
                  </a:cubicBezTo>
                  <a:cubicBezTo>
                    <a:pt x="562" y="1742"/>
                    <a:pt x="337" y="1686"/>
                    <a:pt x="169" y="1517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4554;p50">
              <a:extLst>
                <a:ext uri="{FF2B5EF4-FFF2-40B4-BE49-F238E27FC236}">
                  <a16:creationId xmlns:a16="http://schemas.microsoft.com/office/drawing/2014/main" id="{8485083C-4000-07E5-03C1-D7C4F3166C75}"/>
                </a:ext>
              </a:extLst>
            </p:cNvPr>
            <p:cNvSpPr/>
            <p:nvPr/>
          </p:nvSpPr>
          <p:spPr>
            <a:xfrm flipH="1">
              <a:off x="7485174" y="1653602"/>
              <a:ext cx="154159" cy="195214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1573" y="450"/>
                  </a:moveTo>
                  <a:cubicBezTo>
                    <a:pt x="1630" y="618"/>
                    <a:pt x="1686" y="787"/>
                    <a:pt x="1686" y="955"/>
                  </a:cubicBezTo>
                  <a:cubicBezTo>
                    <a:pt x="1630" y="1686"/>
                    <a:pt x="731" y="2135"/>
                    <a:pt x="113" y="1629"/>
                  </a:cubicBezTo>
                  <a:cubicBezTo>
                    <a:pt x="57" y="1517"/>
                    <a:pt x="1" y="1349"/>
                    <a:pt x="1" y="1180"/>
                  </a:cubicBezTo>
                  <a:cubicBezTo>
                    <a:pt x="57" y="394"/>
                    <a:pt x="956" y="1"/>
                    <a:pt x="1573" y="450"/>
                  </a:cubicBezTo>
                  <a:close/>
                </a:path>
              </a:pathLst>
            </a:custGeom>
            <a:solidFill>
              <a:srgbClr val="EFF0F1">
                <a:alpha val="21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4555;p50">
              <a:extLst>
                <a:ext uri="{FF2B5EF4-FFF2-40B4-BE49-F238E27FC236}">
                  <a16:creationId xmlns:a16="http://schemas.microsoft.com/office/drawing/2014/main" id="{C7D18989-75F1-DCA3-9C02-3B046F4E6EA8}"/>
                </a:ext>
              </a:extLst>
            </p:cNvPr>
            <p:cNvSpPr/>
            <p:nvPr/>
          </p:nvSpPr>
          <p:spPr>
            <a:xfrm flipH="1">
              <a:off x="6766220" y="123254"/>
              <a:ext cx="61719" cy="760099"/>
            </a:xfrm>
            <a:custGeom>
              <a:avLst/>
              <a:gdLst/>
              <a:ahLst/>
              <a:cxnLst/>
              <a:rect l="l" t="t" r="r" b="b"/>
              <a:pathLst>
                <a:path w="675" h="8313" extrusionOk="0">
                  <a:moveTo>
                    <a:pt x="1" y="1"/>
                  </a:moveTo>
                  <a:lnTo>
                    <a:pt x="1" y="8313"/>
                  </a:lnTo>
                  <a:lnTo>
                    <a:pt x="675" y="8313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4556;p50">
              <a:extLst>
                <a:ext uri="{FF2B5EF4-FFF2-40B4-BE49-F238E27FC236}">
                  <a16:creationId xmlns:a16="http://schemas.microsoft.com/office/drawing/2014/main" id="{2FB6CAFD-4002-253E-BCB4-C2045B5EECC3}"/>
                </a:ext>
              </a:extLst>
            </p:cNvPr>
            <p:cNvSpPr/>
            <p:nvPr/>
          </p:nvSpPr>
          <p:spPr>
            <a:xfrm flipH="1">
              <a:off x="6684020" y="883262"/>
              <a:ext cx="287655" cy="143919"/>
            </a:xfrm>
            <a:custGeom>
              <a:avLst/>
              <a:gdLst/>
              <a:ahLst/>
              <a:cxnLst/>
              <a:rect l="l" t="t" r="r" b="b"/>
              <a:pathLst>
                <a:path w="3146" h="1574" extrusionOk="0">
                  <a:moveTo>
                    <a:pt x="0" y="1"/>
                  </a:moveTo>
                  <a:lnTo>
                    <a:pt x="0" y="1574"/>
                  </a:lnTo>
                  <a:lnTo>
                    <a:pt x="2359" y="1574"/>
                  </a:lnTo>
                  <a:cubicBezTo>
                    <a:pt x="3145" y="1574"/>
                    <a:pt x="3145" y="1"/>
                    <a:pt x="23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4557;p50">
              <a:extLst>
                <a:ext uri="{FF2B5EF4-FFF2-40B4-BE49-F238E27FC236}">
                  <a16:creationId xmlns:a16="http://schemas.microsoft.com/office/drawing/2014/main" id="{2F612547-514B-A880-3895-89E9A44CB6B1}"/>
                </a:ext>
              </a:extLst>
            </p:cNvPr>
            <p:cNvSpPr/>
            <p:nvPr/>
          </p:nvSpPr>
          <p:spPr>
            <a:xfrm flipH="1">
              <a:off x="6694352" y="893594"/>
              <a:ext cx="277322" cy="133587"/>
            </a:xfrm>
            <a:custGeom>
              <a:avLst/>
              <a:gdLst/>
              <a:ahLst/>
              <a:cxnLst/>
              <a:rect l="l" t="t" r="r" b="b"/>
              <a:pathLst>
                <a:path w="3033" h="1461" extrusionOk="0">
                  <a:moveTo>
                    <a:pt x="0" y="0"/>
                  </a:moveTo>
                  <a:lnTo>
                    <a:pt x="0" y="1461"/>
                  </a:lnTo>
                  <a:lnTo>
                    <a:pt x="2359" y="1461"/>
                  </a:lnTo>
                  <a:cubicBezTo>
                    <a:pt x="2471" y="1461"/>
                    <a:pt x="2640" y="1404"/>
                    <a:pt x="2752" y="1292"/>
                  </a:cubicBezTo>
                  <a:cubicBezTo>
                    <a:pt x="3033" y="843"/>
                    <a:pt x="2865" y="0"/>
                    <a:pt x="22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4558;p50">
              <a:extLst>
                <a:ext uri="{FF2B5EF4-FFF2-40B4-BE49-F238E27FC236}">
                  <a16:creationId xmlns:a16="http://schemas.microsoft.com/office/drawing/2014/main" id="{BA0F098A-95CF-CEA5-2E2F-BBE1ECD7CF74}"/>
                </a:ext>
              </a:extLst>
            </p:cNvPr>
            <p:cNvSpPr/>
            <p:nvPr/>
          </p:nvSpPr>
          <p:spPr>
            <a:xfrm flipH="1">
              <a:off x="6745647" y="893594"/>
              <a:ext cx="107985" cy="118225"/>
            </a:xfrm>
            <a:custGeom>
              <a:avLst/>
              <a:gdLst/>
              <a:ahLst/>
              <a:cxnLst/>
              <a:rect l="l" t="t" r="r" b="b"/>
              <a:pathLst>
                <a:path w="1181" h="1293" extrusionOk="0">
                  <a:moveTo>
                    <a:pt x="1124" y="618"/>
                  </a:moveTo>
                  <a:cubicBezTo>
                    <a:pt x="956" y="0"/>
                    <a:pt x="1" y="169"/>
                    <a:pt x="57" y="787"/>
                  </a:cubicBezTo>
                  <a:cubicBezTo>
                    <a:pt x="113" y="1124"/>
                    <a:pt x="394" y="1292"/>
                    <a:pt x="675" y="1236"/>
                  </a:cubicBezTo>
                  <a:cubicBezTo>
                    <a:pt x="956" y="1180"/>
                    <a:pt x="1180" y="955"/>
                    <a:pt x="1124" y="61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4559;p50">
              <a:extLst>
                <a:ext uri="{FF2B5EF4-FFF2-40B4-BE49-F238E27FC236}">
                  <a16:creationId xmlns:a16="http://schemas.microsoft.com/office/drawing/2014/main" id="{9E709064-31FA-8E98-B11A-08AAA3ED8C27}"/>
                </a:ext>
              </a:extLst>
            </p:cNvPr>
            <p:cNvSpPr/>
            <p:nvPr/>
          </p:nvSpPr>
          <p:spPr>
            <a:xfrm flipH="1">
              <a:off x="6755888" y="908956"/>
              <a:ext cx="97744" cy="92532"/>
            </a:xfrm>
            <a:custGeom>
              <a:avLst/>
              <a:gdLst/>
              <a:ahLst/>
              <a:cxnLst/>
              <a:rect l="l" t="t" r="r" b="b"/>
              <a:pathLst>
                <a:path w="1069" h="1012" extrusionOk="0">
                  <a:moveTo>
                    <a:pt x="843" y="57"/>
                  </a:moveTo>
                  <a:cubicBezTo>
                    <a:pt x="731" y="1"/>
                    <a:pt x="619" y="1"/>
                    <a:pt x="506" y="1"/>
                  </a:cubicBezTo>
                  <a:cubicBezTo>
                    <a:pt x="226" y="57"/>
                    <a:pt x="1" y="338"/>
                    <a:pt x="57" y="619"/>
                  </a:cubicBezTo>
                  <a:cubicBezTo>
                    <a:pt x="57" y="731"/>
                    <a:pt x="113" y="843"/>
                    <a:pt x="226" y="956"/>
                  </a:cubicBezTo>
                  <a:cubicBezTo>
                    <a:pt x="338" y="1012"/>
                    <a:pt x="450" y="1012"/>
                    <a:pt x="563" y="1012"/>
                  </a:cubicBezTo>
                  <a:cubicBezTo>
                    <a:pt x="843" y="956"/>
                    <a:pt x="1068" y="675"/>
                    <a:pt x="1012" y="394"/>
                  </a:cubicBezTo>
                  <a:cubicBezTo>
                    <a:pt x="1012" y="282"/>
                    <a:pt x="956" y="169"/>
                    <a:pt x="843" y="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4560;p50">
              <a:extLst>
                <a:ext uri="{FF2B5EF4-FFF2-40B4-BE49-F238E27FC236}">
                  <a16:creationId xmlns:a16="http://schemas.microsoft.com/office/drawing/2014/main" id="{2E6D1DD1-75F6-C836-2B01-414DA2988155}"/>
                </a:ext>
              </a:extLst>
            </p:cNvPr>
            <p:cNvSpPr/>
            <p:nvPr/>
          </p:nvSpPr>
          <p:spPr>
            <a:xfrm flipH="1">
              <a:off x="6755888" y="914076"/>
              <a:ext cx="87412" cy="87412"/>
            </a:xfrm>
            <a:custGeom>
              <a:avLst/>
              <a:gdLst/>
              <a:ahLst/>
              <a:cxnLst/>
              <a:rect l="l" t="t" r="r" b="b"/>
              <a:pathLst>
                <a:path w="956" h="956" extrusionOk="0">
                  <a:moveTo>
                    <a:pt x="169" y="900"/>
                  </a:moveTo>
                  <a:cubicBezTo>
                    <a:pt x="281" y="956"/>
                    <a:pt x="337" y="956"/>
                    <a:pt x="450" y="900"/>
                  </a:cubicBezTo>
                  <a:cubicBezTo>
                    <a:pt x="730" y="843"/>
                    <a:pt x="955" y="563"/>
                    <a:pt x="899" y="282"/>
                  </a:cubicBezTo>
                  <a:cubicBezTo>
                    <a:pt x="899" y="169"/>
                    <a:pt x="843" y="113"/>
                    <a:pt x="730" y="1"/>
                  </a:cubicBezTo>
                  <a:cubicBezTo>
                    <a:pt x="674" y="1"/>
                    <a:pt x="562" y="1"/>
                    <a:pt x="506" y="1"/>
                  </a:cubicBezTo>
                  <a:cubicBezTo>
                    <a:pt x="169" y="57"/>
                    <a:pt x="0" y="338"/>
                    <a:pt x="56" y="619"/>
                  </a:cubicBezTo>
                  <a:cubicBezTo>
                    <a:pt x="56" y="731"/>
                    <a:pt x="113" y="843"/>
                    <a:pt x="169" y="900"/>
                  </a:cubicBezTo>
                  <a:close/>
                </a:path>
              </a:pathLst>
            </a:custGeom>
            <a:solidFill>
              <a:srgbClr val="EFF0F1">
                <a:alpha val="21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4561;p50">
              <a:extLst>
                <a:ext uri="{FF2B5EF4-FFF2-40B4-BE49-F238E27FC236}">
                  <a16:creationId xmlns:a16="http://schemas.microsoft.com/office/drawing/2014/main" id="{17284553-4F1B-1B64-A635-F52339245CDF}"/>
                </a:ext>
              </a:extLst>
            </p:cNvPr>
            <p:cNvSpPr/>
            <p:nvPr/>
          </p:nvSpPr>
          <p:spPr>
            <a:xfrm flipH="1">
              <a:off x="6745647" y="123254"/>
              <a:ext cx="102773" cy="452055"/>
            </a:xfrm>
            <a:custGeom>
              <a:avLst/>
              <a:gdLst/>
              <a:ahLst/>
              <a:cxnLst/>
              <a:rect l="l" t="t" r="r" b="b"/>
              <a:pathLst>
                <a:path w="1124" h="4944" extrusionOk="0">
                  <a:moveTo>
                    <a:pt x="0" y="1"/>
                  </a:moveTo>
                  <a:lnTo>
                    <a:pt x="0" y="4943"/>
                  </a:lnTo>
                  <a:lnTo>
                    <a:pt x="1123" y="4943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4562;p50">
              <a:extLst>
                <a:ext uri="{FF2B5EF4-FFF2-40B4-BE49-F238E27FC236}">
                  <a16:creationId xmlns:a16="http://schemas.microsoft.com/office/drawing/2014/main" id="{3922B5DB-6067-F575-2BFA-721195F9DDD8}"/>
                </a:ext>
              </a:extLst>
            </p:cNvPr>
            <p:cNvSpPr/>
            <p:nvPr/>
          </p:nvSpPr>
          <p:spPr>
            <a:xfrm flipH="1">
              <a:off x="6745647" y="123254"/>
              <a:ext cx="102773" cy="436602"/>
            </a:xfrm>
            <a:custGeom>
              <a:avLst/>
              <a:gdLst/>
              <a:ahLst/>
              <a:cxnLst/>
              <a:rect l="l" t="t" r="r" b="b"/>
              <a:pathLst>
                <a:path w="1124" h="4775" extrusionOk="0">
                  <a:moveTo>
                    <a:pt x="0" y="1"/>
                  </a:moveTo>
                  <a:lnTo>
                    <a:pt x="0" y="618"/>
                  </a:lnTo>
                  <a:lnTo>
                    <a:pt x="0" y="4775"/>
                  </a:lnTo>
                  <a:lnTo>
                    <a:pt x="1123" y="4775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4563;p50">
              <a:extLst>
                <a:ext uri="{FF2B5EF4-FFF2-40B4-BE49-F238E27FC236}">
                  <a16:creationId xmlns:a16="http://schemas.microsoft.com/office/drawing/2014/main" id="{2E3BDF65-D867-8EB7-D736-93831C9C3198}"/>
                </a:ext>
              </a:extLst>
            </p:cNvPr>
            <p:cNvSpPr/>
            <p:nvPr/>
          </p:nvSpPr>
          <p:spPr>
            <a:xfrm flipH="1">
              <a:off x="6694352" y="169521"/>
              <a:ext cx="837087" cy="1776856"/>
            </a:xfrm>
            <a:custGeom>
              <a:avLst/>
              <a:gdLst/>
              <a:ahLst/>
              <a:cxnLst/>
              <a:rect l="l" t="t" r="r" b="b"/>
              <a:pathLst>
                <a:path w="9155" h="19433" extrusionOk="0">
                  <a:moveTo>
                    <a:pt x="0" y="0"/>
                  </a:moveTo>
                  <a:lnTo>
                    <a:pt x="6066" y="0"/>
                  </a:lnTo>
                  <a:lnTo>
                    <a:pt x="6066" y="6964"/>
                  </a:lnTo>
                  <a:lnTo>
                    <a:pt x="8874" y="17130"/>
                  </a:lnTo>
                  <a:cubicBezTo>
                    <a:pt x="9155" y="18591"/>
                    <a:pt x="7189" y="19433"/>
                    <a:pt x="6291" y="18197"/>
                  </a:cubicBezTo>
                  <a:lnTo>
                    <a:pt x="0" y="69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4564;p50">
              <a:extLst>
                <a:ext uri="{FF2B5EF4-FFF2-40B4-BE49-F238E27FC236}">
                  <a16:creationId xmlns:a16="http://schemas.microsoft.com/office/drawing/2014/main" id="{0F016A11-A21E-857F-F69D-A100A0A432CC}"/>
                </a:ext>
              </a:extLst>
            </p:cNvPr>
            <p:cNvSpPr/>
            <p:nvPr/>
          </p:nvSpPr>
          <p:spPr>
            <a:xfrm flipH="1">
              <a:off x="6678900" y="0"/>
              <a:ext cx="1140194" cy="66839"/>
            </a:xfrm>
            <a:custGeom>
              <a:avLst/>
              <a:gdLst/>
              <a:ahLst/>
              <a:cxnLst/>
              <a:rect l="l" t="t" r="r" b="b"/>
              <a:pathLst>
                <a:path w="12470" h="731" extrusionOk="0">
                  <a:moveTo>
                    <a:pt x="12469" y="1"/>
                  </a:moveTo>
                  <a:lnTo>
                    <a:pt x="1" y="1"/>
                  </a:lnTo>
                  <a:lnTo>
                    <a:pt x="1" y="731"/>
                  </a:lnTo>
                  <a:lnTo>
                    <a:pt x="12469" y="73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4565;p50">
              <a:extLst>
                <a:ext uri="{FF2B5EF4-FFF2-40B4-BE49-F238E27FC236}">
                  <a16:creationId xmlns:a16="http://schemas.microsoft.com/office/drawing/2014/main" id="{4CAB56BA-66D8-090B-FD1A-2DE491BEA762}"/>
                </a:ext>
              </a:extLst>
            </p:cNvPr>
            <p:cNvSpPr/>
            <p:nvPr/>
          </p:nvSpPr>
          <p:spPr>
            <a:xfrm flipH="1">
              <a:off x="6761100" y="1581734"/>
              <a:ext cx="241388" cy="241480"/>
            </a:xfrm>
            <a:custGeom>
              <a:avLst/>
              <a:gdLst/>
              <a:ahLst/>
              <a:cxnLst/>
              <a:rect l="l" t="t" r="r" b="b"/>
              <a:pathLst>
                <a:path w="2640" h="2641" extrusionOk="0">
                  <a:moveTo>
                    <a:pt x="1517" y="2640"/>
                  </a:moveTo>
                  <a:cubicBezTo>
                    <a:pt x="562" y="2640"/>
                    <a:pt x="0" y="1461"/>
                    <a:pt x="730" y="730"/>
                  </a:cubicBezTo>
                  <a:cubicBezTo>
                    <a:pt x="1460" y="0"/>
                    <a:pt x="2640" y="506"/>
                    <a:pt x="2640" y="1517"/>
                  </a:cubicBezTo>
                  <a:cubicBezTo>
                    <a:pt x="2640" y="2135"/>
                    <a:pt x="2134" y="2640"/>
                    <a:pt x="1517" y="264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4566;p50">
              <a:extLst>
                <a:ext uri="{FF2B5EF4-FFF2-40B4-BE49-F238E27FC236}">
                  <a16:creationId xmlns:a16="http://schemas.microsoft.com/office/drawing/2014/main" id="{0357D64A-BF60-B156-6AAE-003281140EE0}"/>
                </a:ext>
              </a:extLst>
            </p:cNvPr>
            <p:cNvSpPr/>
            <p:nvPr/>
          </p:nvSpPr>
          <p:spPr>
            <a:xfrm flipH="1">
              <a:off x="6750768" y="1602216"/>
              <a:ext cx="236359" cy="241480"/>
            </a:xfrm>
            <a:custGeom>
              <a:avLst/>
              <a:gdLst/>
              <a:ahLst/>
              <a:cxnLst/>
              <a:rect l="l" t="t" r="r" b="b"/>
              <a:pathLst>
                <a:path w="2585" h="2641" extrusionOk="0">
                  <a:moveTo>
                    <a:pt x="1461" y="2641"/>
                  </a:moveTo>
                  <a:cubicBezTo>
                    <a:pt x="450" y="2641"/>
                    <a:pt x="1" y="1405"/>
                    <a:pt x="675" y="731"/>
                  </a:cubicBezTo>
                  <a:cubicBezTo>
                    <a:pt x="1405" y="1"/>
                    <a:pt x="2584" y="506"/>
                    <a:pt x="2584" y="1517"/>
                  </a:cubicBezTo>
                  <a:cubicBezTo>
                    <a:pt x="2584" y="2135"/>
                    <a:pt x="2079" y="2585"/>
                    <a:pt x="1461" y="26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4567;p50">
              <a:extLst>
                <a:ext uri="{FF2B5EF4-FFF2-40B4-BE49-F238E27FC236}">
                  <a16:creationId xmlns:a16="http://schemas.microsoft.com/office/drawing/2014/main" id="{FE1EA5BC-4BEF-3DF7-56A0-D7A1B7F15776}"/>
                </a:ext>
              </a:extLst>
            </p:cNvPr>
            <p:cNvSpPr/>
            <p:nvPr/>
          </p:nvSpPr>
          <p:spPr>
            <a:xfrm flipH="1">
              <a:off x="6761100" y="1576614"/>
              <a:ext cx="246600" cy="292775"/>
            </a:xfrm>
            <a:custGeom>
              <a:avLst/>
              <a:gdLst/>
              <a:ahLst/>
              <a:cxnLst/>
              <a:rect l="l" t="t" r="r" b="b"/>
              <a:pathLst>
                <a:path w="2697" h="3202" extrusionOk="0">
                  <a:moveTo>
                    <a:pt x="731" y="2303"/>
                  </a:moveTo>
                  <a:cubicBezTo>
                    <a:pt x="1" y="1123"/>
                    <a:pt x="1742" y="0"/>
                    <a:pt x="2585" y="1067"/>
                  </a:cubicBezTo>
                  <a:cubicBezTo>
                    <a:pt x="2641" y="1236"/>
                    <a:pt x="2697" y="1460"/>
                    <a:pt x="2697" y="1629"/>
                  </a:cubicBezTo>
                  <a:cubicBezTo>
                    <a:pt x="2697" y="2696"/>
                    <a:pt x="1349" y="3202"/>
                    <a:pt x="731" y="23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4568;p50">
              <a:extLst>
                <a:ext uri="{FF2B5EF4-FFF2-40B4-BE49-F238E27FC236}">
                  <a16:creationId xmlns:a16="http://schemas.microsoft.com/office/drawing/2014/main" id="{2D3A6C1B-F460-B480-E663-A88BDB175D29}"/>
                </a:ext>
              </a:extLst>
            </p:cNvPr>
            <p:cNvSpPr/>
            <p:nvPr/>
          </p:nvSpPr>
          <p:spPr>
            <a:xfrm flipH="1">
              <a:off x="6791913" y="1658723"/>
              <a:ext cx="138707" cy="138798"/>
            </a:xfrm>
            <a:custGeom>
              <a:avLst/>
              <a:gdLst/>
              <a:ahLst/>
              <a:cxnLst/>
              <a:rect l="l" t="t" r="r" b="b"/>
              <a:pathLst>
                <a:path w="1517" h="1518" extrusionOk="0">
                  <a:moveTo>
                    <a:pt x="843" y="1517"/>
                  </a:moveTo>
                  <a:cubicBezTo>
                    <a:pt x="281" y="1517"/>
                    <a:pt x="0" y="843"/>
                    <a:pt x="394" y="394"/>
                  </a:cubicBezTo>
                  <a:cubicBezTo>
                    <a:pt x="787" y="1"/>
                    <a:pt x="1517" y="282"/>
                    <a:pt x="1517" y="899"/>
                  </a:cubicBezTo>
                  <a:cubicBezTo>
                    <a:pt x="1517" y="1236"/>
                    <a:pt x="1180" y="1517"/>
                    <a:pt x="843" y="15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4569;p50">
              <a:extLst>
                <a:ext uri="{FF2B5EF4-FFF2-40B4-BE49-F238E27FC236}">
                  <a16:creationId xmlns:a16="http://schemas.microsoft.com/office/drawing/2014/main" id="{8FB21207-217C-A4E5-CECE-1F138E038C94}"/>
                </a:ext>
              </a:extLst>
            </p:cNvPr>
            <p:cNvSpPr/>
            <p:nvPr/>
          </p:nvSpPr>
          <p:spPr>
            <a:xfrm flipH="1">
              <a:off x="6786702" y="1679296"/>
              <a:ext cx="143919" cy="107893"/>
            </a:xfrm>
            <a:custGeom>
              <a:avLst/>
              <a:gdLst/>
              <a:ahLst/>
              <a:cxnLst/>
              <a:rect l="l" t="t" r="r" b="b"/>
              <a:pathLst>
                <a:path w="1574" h="1180" extrusionOk="0">
                  <a:moveTo>
                    <a:pt x="337" y="1068"/>
                  </a:moveTo>
                  <a:cubicBezTo>
                    <a:pt x="0" y="618"/>
                    <a:pt x="337" y="0"/>
                    <a:pt x="843" y="0"/>
                  </a:cubicBezTo>
                  <a:cubicBezTo>
                    <a:pt x="1011" y="0"/>
                    <a:pt x="1124" y="57"/>
                    <a:pt x="1236" y="113"/>
                  </a:cubicBezTo>
                  <a:cubicBezTo>
                    <a:pt x="1573" y="562"/>
                    <a:pt x="1236" y="1180"/>
                    <a:pt x="731" y="1180"/>
                  </a:cubicBezTo>
                  <a:cubicBezTo>
                    <a:pt x="562" y="1180"/>
                    <a:pt x="450" y="1124"/>
                    <a:pt x="337" y="106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4570;p50">
              <a:extLst>
                <a:ext uri="{FF2B5EF4-FFF2-40B4-BE49-F238E27FC236}">
                  <a16:creationId xmlns:a16="http://schemas.microsoft.com/office/drawing/2014/main" id="{1456FDAD-73B8-CB52-7663-A450A0707D4B}"/>
                </a:ext>
              </a:extLst>
            </p:cNvPr>
            <p:cNvSpPr/>
            <p:nvPr/>
          </p:nvSpPr>
          <p:spPr>
            <a:xfrm flipH="1">
              <a:off x="6807275" y="1689536"/>
              <a:ext cx="97653" cy="97653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1011" y="113"/>
                  </a:moveTo>
                  <a:cubicBezTo>
                    <a:pt x="1067" y="169"/>
                    <a:pt x="1067" y="282"/>
                    <a:pt x="1067" y="394"/>
                  </a:cubicBezTo>
                  <a:cubicBezTo>
                    <a:pt x="1067" y="787"/>
                    <a:pt x="787" y="1068"/>
                    <a:pt x="450" y="1068"/>
                  </a:cubicBezTo>
                  <a:cubicBezTo>
                    <a:pt x="337" y="1068"/>
                    <a:pt x="169" y="1012"/>
                    <a:pt x="113" y="956"/>
                  </a:cubicBezTo>
                  <a:cubicBezTo>
                    <a:pt x="0" y="843"/>
                    <a:pt x="0" y="731"/>
                    <a:pt x="0" y="619"/>
                  </a:cubicBezTo>
                  <a:cubicBezTo>
                    <a:pt x="0" y="282"/>
                    <a:pt x="281" y="1"/>
                    <a:pt x="674" y="1"/>
                  </a:cubicBezTo>
                  <a:cubicBezTo>
                    <a:pt x="787" y="1"/>
                    <a:pt x="899" y="1"/>
                    <a:pt x="1011" y="113"/>
                  </a:cubicBezTo>
                  <a:close/>
                </a:path>
              </a:pathLst>
            </a:custGeom>
            <a:solidFill>
              <a:srgbClr val="EFF0F1">
                <a:alpha val="21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4571;p50">
              <a:extLst>
                <a:ext uri="{FF2B5EF4-FFF2-40B4-BE49-F238E27FC236}">
                  <a16:creationId xmlns:a16="http://schemas.microsoft.com/office/drawing/2014/main" id="{84F0E01B-FCC9-8063-39F4-9FCAA385C2FD}"/>
                </a:ext>
              </a:extLst>
            </p:cNvPr>
            <p:cNvSpPr/>
            <p:nvPr/>
          </p:nvSpPr>
          <p:spPr>
            <a:xfrm flipH="1">
              <a:off x="6858661" y="179761"/>
              <a:ext cx="575218" cy="1396944"/>
            </a:xfrm>
            <a:custGeom>
              <a:avLst/>
              <a:gdLst/>
              <a:ahLst/>
              <a:cxnLst/>
              <a:rect l="l" t="t" r="r" b="b"/>
              <a:pathLst>
                <a:path w="6291" h="15278" extrusionOk="0">
                  <a:moveTo>
                    <a:pt x="0" y="0"/>
                  </a:moveTo>
                  <a:lnTo>
                    <a:pt x="3539" y="0"/>
                  </a:lnTo>
                  <a:lnTo>
                    <a:pt x="3539" y="6459"/>
                  </a:lnTo>
                  <a:lnTo>
                    <a:pt x="6010" y="13873"/>
                  </a:lnTo>
                  <a:cubicBezTo>
                    <a:pt x="6291" y="14828"/>
                    <a:pt x="4943" y="15277"/>
                    <a:pt x="4493" y="14491"/>
                  </a:cubicBezTo>
                  <a:lnTo>
                    <a:pt x="0" y="6459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4572;p50">
              <a:extLst>
                <a:ext uri="{FF2B5EF4-FFF2-40B4-BE49-F238E27FC236}">
                  <a16:creationId xmlns:a16="http://schemas.microsoft.com/office/drawing/2014/main" id="{48990F8B-DF34-4280-43FA-35E7FEB85C05}"/>
                </a:ext>
              </a:extLst>
            </p:cNvPr>
            <p:cNvSpPr/>
            <p:nvPr/>
          </p:nvSpPr>
          <p:spPr>
            <a:xfrm flipH="1">
              <a:off x="6889475" y="179761"/>
              <a:ext cx="534163" cy="1345557"/>
            </a:xfrm>
            <a:custGeom>
              <a:avLst/>
              <a:gdLst/>
              <a:ahLst/>
              <a:cxnLst/>
              <a:rect l="l" t="t" r="r" b="b"/>
              <a:pathLst>
                <a:path w="5842" h="14716" extrusionOk="0">
                  <a:moveTo>
                    <a:pt x="1" y="0"/>
                  </a:moveTo>
                  <a:lnTo>
                    <a:pt x="3314" y="0"/>
                  </a:lnTo>
                  <a:lnTo>
                    <a:pt x="3314" y="6459"/>
                  </a:lnTo>
                  <a:lnTo>
                    <a:pt x="5729" y="13873"/>
                  </a:lnTo>
                  <a:cubicBezTo>
                    <a:pt x="5842" y="14042"/>
                    <a:pt x="5842" y="14266"/>
                    <a:pt x="5729" y="14491"/>
                  </a:cubicBezTo>
                  <a:cubicBezTo>
                    <a:pt x="5336" y="14715"/>
                    <a:pt x="4775" y="14603"/>
                    <a:pt x="4550" y="14210"/>
                  </a:cubicBezTo>
                  <a:lnTo>
                    <a:pt x="1" y="6178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4573;p50">
              <a:extLst>
                <a:ext uri="{FF2B5EF4-FFF2-40B4-BE49-F238E27FC236}">
                  <a16:creationId xmlns:a16="http://schemas.microsoft.com/office/drawing/2014/main" id="{76647FE1-1FE1-DC87-F7AE-D69D5CA74F73}"/>
                </a:ext>
              </a:extLst>
            </p:cNvPr>
            <p:cNvSpPr/>
            <p:nvPr/>
          </p:nvSpPr>
          <p:spPr>
            <a:xfrm flipH="1">
              <a:off x="6678900" y="66748"/>
              <a:ext cx="1134983" cy="154159"/>
            </a:xfrm>
            <a:custGeom>
              <a:avLst/>
              <a:gdLst/>
              <a:ahLst/>
              <a:cxnLst/>
              <a:rect l="l" t="t" r="r" b="b"/>
              <a:pathLst>
                <a:path w="12413" h="1686" extrusionOk="0">
                  <a:moveTo>
                    <a:pt x="6178" y="1686"/>
                  </a:moveTo>
                  <a:cubicBezTo>
                    <a:pt x="3089" y="1686"/>
                    <a:pt x="506" y="1012"/>
                    <a:pt x="0" y="1"/>
                  </a:cubicBezTo>
                  <a:lnTo>
                    <a:pt x="12412" y="1"/>
                  </a:lnTo>
                  <a:cubicBezTo>
                    <a:pt x="11851" y="956"/>
                    <a:pt x="9267" y="1686"/>
                    <a:pt x="6178" y="16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4574;p50">
              <a:extLst>
                <a:ext uri="{FF2B5EF4-FFF2-40B4-BE49-F238E27FC236}">
                  <a16:creationId xmlns:a16="http://schemas.microsoft.com/office/drawing/2014/main" id="{AAA79855-B133-9AD7-FC88-DA816C01A099}"/>
                </a:ext>
              </a:extLst>
            </p:cNvPr>
            <p:cNvSpPr/>
            <p:nvPr/>
          </p:nvSpPr>
          <p:spPr>
            <a:xfrm flipH="1">
              <a:off x="6812395" y="66748"/>
              <a:ext cx="1006699" cy="118225"/>
            </a:xfrm>
            <a:custGeom>
              <a:avLst/>
              <a:gdLst/>
              <a:ahLst/>
              <a:cxnLst/>
              <a:rect l="l" t="t" r="r" b="b"/>
              <a:pathLst>
                <a:path w="11010" h="1293" extrusionOk="0">
                  <a:moveTo>
                    <a:pt x="619" y="619"/>
                  </a:moveTo>
                  <a:cubicBezTo>
                    <a:pt x="394" y="450"/>
                    <a:pt x="169" y="225"/>
                    <a:pt x="1" y="1"/>
                  </a:cubicBezTo>
                  <a:lnTo>
                    <a:pt x="11009" y="1"/>
                  </a:lnTo>
                  <a:cubicBezTo>
                    <a:pt x="9998" y="731"/>
                    <a:pt x="7808" y="1236"/>
                    <a:pt x="5224" y="1236"/>
                  </a:cubicBezTo>
                  <a:cubicBezTo>
                    <a:pt x="3652" y="1293"/>
                    <a:pt x="2135" y="1068"/>
                    <a:pt x="619" y="61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4575;p50">
              <a:extLst>
                <a:ext uri="{FF2B5EF4-FFF2-40B4-BE49-F238E27FC236}">
                  <a16:creationId xmlns:a16="http://schemas.microsoft.com/office/drawing/2014/main" id="{B2948DF3-C611-EA4B-EAB9-A23E8C22E757}"/>
                </a:ext>
              </a:extLst>
            </p:cNvPr>
            <p:cNvSpPr/>
            <p:nvPr/>
          </p:nvSpPr>
          <p:spPr>
            <a:xfrm flipH="1">
              <a:off x="7151345" y="282443"/>
              <a:ext cx="215787" cy="482868"/>
            </a:xfrm>
            <a:custGeom>
              <a:avLst/>
              <a:gdLst/>
              <a:ahLst/>
              <a:cxnLst/>
              <a:rect l="l" t="t" r="r" b="b"/>
              <a:pathLst>
                <a:path w="2360" h="5281" extrusionOk="0">
                  <a:moveTo>
                    <a:pt x="0" y="4101"/>
                  </a:moveTo>
                  <a:lnTo>
                    <a:pt x="2359" y="5280"/>
                  </a:lnTo>
                  <a:lnTo>
                    <a:pt x="2359" y="4550"/>
                  </a:lnTo>
                  <a:lnTo>
                    <a:pt x="0" y="3483"/>
                  </a:lnTo>
                  <a:lnTo>
                    <a:pt x="0" y="4213"/>
                  </a:lnTo>
                  <a:close/>
                  <a:moveTo>
                    <a:pt x="0" y="675"/>
                  </a:moveTo>
                  <a:lnTo>
                    <a:pt x="2359" y="1854"/>
                  </a:lnTo>
                  <a:lnTo>
                    <a:pt x="2359" y="1124"/>
                  </a:lnTo>
                  <a:lnTo>
                    <a:pt x="0" y="1"/>
                  </a:lnTo>
                  <a:lnTo>
                    <a:pt x="0" y="675"/>
                  </a:lnTo>
                  <a:close/>
                  <a:moveTo>
                    <a:pt x="0" y="1854"/>
                  </a:moveTo>
                  <a:lnTo>
                    <a:pt x="2359" y="2977"/>
                  </a:lnTo>
                  <a:lnTo>
                    <a:pt x="2359" y="2303"/>
                  </a:lnTo>
                  <a:lnTo>
                    <a:pt x="0" y="1124"/>
                  </a:lnTo>
                  <a:close/>
                  <a:moveTo>
                    <a:pt x="0" y="2977"/>
                  </a:moveTo>
                  <a:lnTo>
                    <a:pt x="2359" y="4101"/>
                  </a:lnTo>
                  <a:lnTo>
                    <a:pt x="2359" y="3483"/>
                  </a:lnTo>
                  <a:lnTo>
                    <a:pt x="0" y="2360"/>
                  </a:lnTo>
                  <a:lnTo>
                    <a:pt x="0" y="3034"/>
                  </a:ln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7191502"/>
      </p:ext>
    </p:extLst>
  </p:cSld>
  <p:clrMapOvr>
    <a:masterClrMapping/>
  </p:clrMapOvr>
</p:sld>
</file>

<file path=ppt/theme/theme1.xml><?xml version="1.0" encoding="utf-8"?>
<a:theme xmlns:a="http://schemas.openxmlformats.org/drawingml/2006/main" name="Mechanical Articulating Axes Project Proposal by Slidesgo">
  <a:themeElements>
    <a:clrScheme name="Simple Light">
      <a:dk1>
        <a:srgbClr val="191919"/>
      </a:dk1>
      <a:lt1>
        <a:srgbClr val="EFF0F1"/>
      </a:lt1>
      <a:dk2>
        <a:srgbClr val="E65C31"/>
      </a:dk2>
      <a:lt2>
        <a:srgbClr val="F4763C"/>
      </a:lt2>
      <a:accent1>
        <a:srgbClr val="0AAAC4"/>
      </a:accent1>
      <a:accent2>
        <a:srgbClr val="FAA53D"/>
      </a:accent2>
      <a:accent3>
        <a:srgbClr val="7A7A7A"/>
      </a:accent3>
      <a:accent4>
        <a:srgbClr val="2D2D2D"/>
      </a:accent4>
      <a:accent5>
        <a:srgbClr val="565656"/>
      </a:accent5>
      <a:accent6>
        <a:srgbClr val="032A5A"/>
      </a:accent6>
      <a:hlink>
        <a:srgbClr val="EFF0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414</Words>
  <Application>Microsoft Office PowerPoint</Application>
  <PresentationFormat>On-screen Show (16:9)</PresentationFormat>
  <Paragraphs>93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DM Sans</vt:lpstr>
      <vt:lpstr>Michroma</vt:lpstr>
      <vt:lpstr>DM Sans Medium</vt:lpstr>
      <vt:lpstr>Nunito Light</vt:lpstr>
      <vt:lpstr>Arial</vt:lpstr>
      <vt:lpstr>Times New Roman</vt:lpstr>
      <vt:lpstr>Mechanical Articulating Axes Project Proposal by Slidesgo</vt:lpstr>
      <vt:lpstr>Robotics Technical Assessment  Presentation</vt:lpstr>
      <vt:lpstr>Table of contents</vt:lpstr>
      <vt:lpstr>Project Overview</vt:lpstr>
      <vt:lpstr>Control Approach</vt:lpstr>
      <vt:lpstr>Pose Error Computation</vt:lpstr>
      <vt:lpstr>Velocity Command Generation</vt:lpstr>
      <vt:lpstr>Assumptions and Limitations</vt:lpstr>
      <vt:lpstr>Demonstration &amp; Results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Kwabena Darko</cp:lastModifiedBy>
  <cp:revision>2</cp:revision>
  <dcterms:modified xsi:type="dcterms:W3CDTF">2026-07-03T15:46:27Z</dcterms:modified>
</cp:coreProperties>
</file>